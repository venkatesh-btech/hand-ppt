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7" r:id="rId1"/>
  </p:sldMasterIdLst>
  <p:notesMasterIdLst>
    <p:notesMasterId r:id="rId18"/>
  </p:notesMasterIdLst>
  <p:sldIdLst>
    <p:sldId id="256" r:id="rId2"/>
    <p:sldId id="286" r:id="rId3"/>
    <p:sldId id="257" r:id="rId4"/>
    <p:sldId id="287" r:id="rId5"/>
    <p:sldId id="288" r:id="rId6"/>
    <p:sldId id="316" r:id="rId7"/>
    <p:sldId id="289" r:id="rId8"/>
    <p:sldId id="311" r:id="rId9"/>
    <p:sldId id="290" r:id="rId10"/>
    <p:sldId id="309" r:id="rId11"/>
    <p:sldId id="315" r:id="rId12"/>
    <p:sldId id="291" r:id="rId13"/>
    <p:sldId id="314" r:id="rId14"/>
    <p:sldId id="307" r:id="rId15"/>
    <p:sldId id="313" r:id="rId16"/>
    <p:sldId id="285" r:id="rId17"/>
  </p:sldIdLst>
  <p:sldSz cx="9144000" cy="5143500" type="screen16x9"/>
  <p:notesSz cx="6858000" cy="9144000"/>
  <p:embeddedFontLst>
    <p:embeddedFont>
      <p:font typeface="Arvo" panose="020B0604020202020204" charset="0"/>
      <p:regular r:id="rId19"/>
      <p:bold r:id="rId20"/>
      <p:italic r:id="rId21"/>
      <p:boldItalic r:id="rId22"/>
    </p:embeddedFont>
    <p:embeddedFont>
      <p:font typeface="Montserrat" panose="00000500000000000000" pitchFamily="2" charset="0"/>
      <p:regular r:id="rId23"/>
      <p:bold r:id="rId24"/>
      <p:italic r:id="rId25"/>
      <p:boldItalic r:id="rId26"/>
    </p:embeddedFont>
    <p:embeddedFont>
      <p:font typeface="Roboto Condensed" panose="02000000000000000000" pitchFamily="2" charset="0"/>
      <p:regular r:id="rId27"/>
      <p:bold r:id="rId28"/>
      <p:italic r:id="rId29"/>
      <p:boldItalic r:id="rId30"/>
    </p:embeddedFont>
    <p:embeddedFont>
      <p:font typeface="Roboto Condensed Light" panose="02000000000000000000" pitchFamily="2" charset="0"/>
      <p:regular r:id="rId31"/>
      <p:bold r:id="rId32"/>
      <p:italic r:id="rId33"/>
      <p:boldItalic r:id="rId34"/>
    </p:embeddedFont>
    <p:embeddedFont>
      <p:font typeface="Verdana" panose="020B0604030504040204" pitchFamily="3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25D08E4-4CB9-4A25-91DF-C19B82DA8EF8}">
  <a:tblStyle styleId="{025D08E4-4CB9-4A25-91DF-C19B82DA8EF8}"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3" d="100"/>
          <a:sy n="103" d="100"/>
        </p:scale>
        <p:origin x="874" y="6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presProps" Target="presProps.xml"/><Relationship Id="rId21" Type="http://schemas.openxmlformats.org/officeDocument/2006/relationships/font" Target="fonts/font3.fntdata"/><Relationship Id="rId34" Type="http://schemas.openxmlformats.org/officeDocument/2006/relationships/font" Target="fonts/font16.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73145484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3"/>
        <p:cNvGrpSpPr/>
        <p:nvPr/>
      </p:nvGrpSpPr>
      <p:grpSpPr>
        <a:xfrm>
          <a:off x="0" y="0"/>
          <a:ext cx="0" cy="0"/>
          <a:chOff x="0" y="0"/>
          <a:chExt cx="0" cy="0"/>
        </a:xfrm>
      </p:grpSpPr>
      <p:sp>
        <p:nvSpPr>
          <p:cNvPr id="1444" name="Google Shape;1444;g657edcabb3_95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5" name="Google Shape;1445;g657edcabb3_95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p:nvPr/>
        </p:nvSpPr>
        <p:spPr>
          <a:xfrm>
            <a:off x="7544483" y="657775"/>
            <a:ext cx="1299300" cy="4329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11" name="Google Shape;11;p2"/>
          <p:cNvGrpSpPr/>
          <p:nvPr/>
        </p:nvGrpSpPr>
        <p:grpSpPr>
          <a:xfrm>
            <a:off x="0" y="-7088"/>
            <a:ext cx="8661398" cy="5150588"/>
            <a:chOff x="0" y="-7088"/>
            <a:chExt cx="8661398" cy="5150588"/>
          </a:xfrm>
        </p:grpSpPr>
        <p:sp>
          <p:nvSpPr>
            <p:cNvPr id="12" name="Google Shape;12;p2"/>
            <p:cNvSpPr/>
            <p:nvPr/>
          </p:nvSpPr>
          <p:spPr>
            <a:xfrm>
              <a:off x="0" y="0"/>
              <a:ext cx="3525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3517898" y="-7088"/>
              <a:ext cx="5143500" cy="5143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4" name="Google Shape;14;p2"/>
          <p:cNvGrpSpPr/>
          <p:nvPr/>
        </p:nvGrpSpPr>
        <p:grpSpPr>
          <a:xfrm rot="10800000" flipH="1">
            <a:off x="1" y="1090763"/>
            <a:ext cx="8847502" cy="2961975"/>
            <a:chOff x="-8178042" y="-4493254"/>
            <a:chExt cx="19483598" cy="6522736"/>
          </a:xfrm>
        </p:grpSpPr>
        <p:sp>
          <p:nvSpPr>
            <p:cNvPr id="15" name="Google Shape;15;p2"/>
            <p:cNvSpPr/>
            <p:nvPr/>
          </p:nvSpPr>
          <p:spPr>
            <a:xfrm>
              <a:off x="-8178042" y="-4493118"/>
              <a:ext cx="12968400" cy="6522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16" name="Google Shape;16;p2"/>
            <p:cNvSpPr/>
            <p:nvPr/>
          </p:nvSpPr>
          <p:spPr>
            <a:xfrm>
              <a:off x="4782955" y="-4493254"/>
              <a:ext cx="6522600" cy="6522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7" name="Google Shape;17;p2"/>
          <p:cNvGrpSpPr/>
          <p:nvPr/>
        </p:nvGrpSpPr>
        <p:grpSpPr>
          <a:xfrm>
            <a:off x="3677236" y="4278349"/>
            <a:ext cx="5480829" cy="432996"/>
            <a:chOff x="5582265" y="4646738"/>
            <a:chExt cx="5480829" cy="432996"/>
          </a:xfrm>
        </p:grpSpPr>
        <p:sp>
          <p:nvSpPr>
            <p:cNvPr id="18" name="Google Shape;18;p2"/>
            <p:cNvSpPr/>
            <p:nvPr/>
          </p:nvSpPr>
          <p:spPr>
            <a:xfrm rot="10800000">
              <a:off x="5582265"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 name="Google Shape;19;p2"/>
            <p:cNvGrpSpPr/>
            <p:nvPr/>
          </p:nvGrpSpPr>
          <p:grpSpPr>
            <a:xfrm flipH="1">
              <a:off x="5585232" y="4646738"/>
              <a:ext cx="5477861" cy="304551"/>
              <a:chOff x="-24158748" y="330075"/>
              <a:chExt cx="30568423" cy="1699506"/>
            </a:xfrm>
          </p:grpSpPr>
          <p:sp>
            <p:nvSpPr>
              <p:cNvPr id="20" name="Google Shape;20;p2"/>
              <p:cNvSpPr/>
              <p:nvPr/>
            </p:nvSpPr>
            <p:spPr>
              <a:xfrm>
                <a:off x="-24158748" y="330081"/>
                <a:ext cx="289080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4710175"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 name="Google Shape;22;p2"/>
          <p:cNvSpPr txBox="1">
            <a:spLocks noGrp="1"/>
          </p:cNvSpPr>
          <p:nvPr>
            <p:ph type="ctrTitle"/>
          </p:nvPr>
        </p:nvSpPr>
        <p:spPr>
          <a:xfrm>
            <a:off x="685800" y="1090750"/>
            <a:ext cx="5367900" cy="29619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81"/>
        <p:cNvGrpSpPr/>
        <p:nvPr/>
      </p:nvGrpSpPr>
      <p:grpSpPr>
        <a:xfrm>
          <a:off x="0" y="0"/>
          <a:ext cx="0" cy="0"/>
          <a:chOff x="0" y="0"/>
          <a:chExt cx="0" cy="0"/>
        </a:xfrm>
      </p:grpSpPr>
      <p:grpSp>
        <p:nvGrpSpPr>
          <p:cNvPr id="82" name="Google Shape;82;p6"/>
          <p:cNvGrpSpPr/>
          <p:nvPr/>
        </p:nvGrpSpPr>
        <p:grpSpPr>
          <a:xfrm>
            <a:off x="-4" y="40"/>
            <a:ext cx="7072430" cy="1327315"/>
            <a:chOff x="-4" y="40"/>
            <a:chExt cx="7072430" cy="1327315"/>
          </a:xfrm>
        </p:grpSpPr>
        <p:sp>
          <p:nvSpPr>
            <p:cNvPr id="83" name="Google Shape;83;p6"/>
            <p:cNvSpPr/>
            <p:nvPr/>
          </p:nvSpPr>
          <p:spPr>
            <a:xfrm>
              <a:off x="6292649" y="126425"/>
              <a:ext cx="779700" cy="2598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84" name="Google Shape;84;p6"/>
            <p:cNvGrpSpPr/>
            <p:nvPr/>
          </p:nvGrpSpPr>
          <p:grpSpPr>
            <a:xfrm rot="10800000" flipH="1">
              <a:off x="3" y="40"/>
              <a:ext cx="6756168" cy="1327315"/>
              <a:chOff x="-2168138" y="330075"/>
              <a:chExt cx="8650663" cy="1699506"/>
            </a:xfrm>
          </p:grpSpPr>
          <p:sp>
            <p:nvSpPr>
              <p:cNvPr id="85" name="Google Shape;85;p6"/>
              <p:cNvSpPr/>
              <p:nvPr/>
            </p:nvSpPr>
            <p:spPr>
              <a:xfrm>
                <a:off x="-2168138" y="330081"/>
                <a:ext cx="69582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86" name="Google Shape;86;p6"/>
              <p:cNvSpPr/>
              <p:nvPr/>
            </p:nvSpPr>
            <p:spPr>
              <a:xfrm>
                <a:off x="4783025"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87" name="Google Shape;87;p6"/>
            <p:cNvGrpSpPr/>
            <p:nvPr/>
          </p:nvGrpSpPr>
          <p:grpSpPr>
            <a:xfrm rot="10800000" flipH="1">
              <a:off x="-4" y="381007"/>
              <a:ext cx="7072430" cy="771744"/>
              <a:chOff x="-9092084" y="330075"/>
              <a:chExt cx="15574609" cy="1699501"/>
            </a:xfrm>
          </p:grpSpPr>
          <p:sp>
            <p:nvSpPr>
              <p:cNvPr id="88" name="Google Shape;88;p6"/>
              <p:cNvSpPr/>
              <p:nvPr/>
            </p:nvSpPr>
            <p:spPr>
              <a:xfrm>
                <a:off x="-9092084" y="330076"/>
                <a:ext cx="13882200" cy="169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89" name="Google Shape;89;p6"/>
              <p:cNvSpPr/>
              <p:nvPr/>
            </p:nvSpPr>
            <p:spPr>
              <a:xfrm>
                <a:off x="4783025" y="330075"/>
                <a:ext cx="1699500" cy="1699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grpSp>
        <p:nvGrpSpPr>
          <p:cNvPr id="90" name="Google Shape;90;p6"/>
          <p:cNvGrpSpPr/>
          <p:nvPr/>
        </p:nvGrpSpPr>
        <p:grpSpPr>
          <a:xfrm>
            <a:off x="6946842" y="4472723"/>
            <a:ext cx="2202830" cy="670795"/>
            <a:chOff x="5575242" y="4472723"/>
            <a:chExt cx="2202830" cy="670795"/>
          </a:xfrm>
        </p:grpSpPr>
        <p:sp>
          <p:nvSpPr>
            <p:cNvPr id="91" name="Google Shape;91;p6"/>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 name="Google Shape;92;p6"/>
            <p:cNvGrpSpPr/>
            <p:nvPr/>
          </p:nvGrpSpPr>
          <p:grpSpPr>
            <a:xfrm flipH="1">
              <a:off x="5734850" y="4472723"/>
              <a:ext cx="2040837" cy="670795"/>
              <a:chOff x="1297954" y="330075"/>
              <a:chExt cx="5169293" cy="1699506"/>
            </a:xfrm>
          </p:grpSpPr>
          <p:sp>
            <p:nvSpPr>
              <p:cNvPr id="93" name="Google Shape;93;p6"/>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6"/>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 name="Google Shape;95;p6"/>
            <p:cNvGrpSpPr/>
            <p:nvPr/>
          </p:nvGrpSpPr>
          <p:grpSpPr>
            <a:xfrm flipH="1">
              <a:off x="5578209" y="4646738"/>
              <a:ext cx="2199863" cy="304563"/>
              <a:chOff x="-5827153" y="330075"/>
              <a:chExt cx="12276019" cy="1699569"/>
            </a:xfrm>
          </p:grpSpPr>
          <p:sp>
            <p:nvSpPr>
              <p:cNvPr id="96" name="Google Shape;96;p6"/>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6"/>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8" name="Google Shape;98;p6"/>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99" name="Google Shape;99;p6"/>
          <p:cNvSpPr txBox="1">
            <a:spLocks noGrp="1"/>
          </p:cNvSpPr>
          <p:nvPr>
            <p:ph type="body" idx="1"/>
          </p:nvPr>
        </p:nvSpPr>
        <p:spPr>
          <a:xfrm>
            <a:off x="814275" y="1537988"/>
            <a:ext cx="3378300" cy="27243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1000"/>
              </a:spcBef>
              <a:spcAft>
                <a:spcPts val="0"/>
              </a:spcAft>
              <a:buSzPts val="2000"/>
              <a:buChar char="▻"/>
              <a:defRPr sz="2000"/>
            </a:lvl2pPr>
            <a:lvl3pPr marL="1371600" lvl="2" indent="-355600">
              <a:spcBef>
                <a:spcPts val="1000"/>
              </a:spcBef>
              <a:spcAft>
                <a:spcPts val="0"/>
              </a:spcAft>
              <a:buSzPts val="2000"/>
              <a:buChar char="▻"/>
              <a:defRPr sz="2000"/>
            </a:lvl3pPr>
            <a:lvl4pPr marL="1828800" lvl="3" indent="-355600">
              <a:spcBef>
                <a:spcPts val="1000"/>
              </a:spcBef>
              <a:spcAft>
                <a:spcPts val="0"/>
              </a:spcAft>
              <a:buSzPts val="2000"/>
              <a:buChar char="▻"/>
              <a:defRPr sz="2000"/>
            </a:lvl4pPr>
            <a:lvl5pPr marL="2286000" lvl="4" indent="-355600">
              <a:spcBef>
                <a:spcPts val="1000"/>
              </a:spcBef>
              <a:spcAft>
                <a:spcPts val="0"/>
              </a:spcAft>
              <a:buSzPts val="2000"/>
              <a:buChar char="▻"/>
              <a:defRPr sz="2000"/>
            </a:lvl5pPr>
            <a:lvl6pPr marL="2743200" lvl="5" indent="-355600">
              <a:spcBef>
                <a:spcPts val="1000"/>
              </a:spcBef>
              <a:spcAft>
                <a:spcPts val="0"/>
              </a:spcAft>
              <a:buSzPts val="2000"/>
              <a:buChar char="▻"/>
              <a:defRPr sz="2000"/>
            </a:lvl6pPr>
            <a:lvl7pPr marL="3200400" lvl="6" indent="-355600">
              <a:spcBef>
                <a:spcPts val="1000"/>
              </a:spcBef>
              <a:spcAft>
                <a:spcPts val="0"/>
              </a:spcAft>
              <a:buSzPts val="2000"/>
              <a:buChar char="▻"/>
              <a:defRPr sz="2000"/>
            </a:lvl7pPr>
            <a:lvl8pPr marL="3657600" lvl="7" indent="-355600">
              <a:spcBef>
                <a:spcPts val="1000"/>
              </a:spcBef>
              <a:spcAft>
                <a:spcPts val="0"/>
              </a:spcAft>
              <a:buSzPts val="2000"/>
              <a:buChar char="▻"/>
              <a:defRPr sz="2000"/>
            </a:lvl8pPr>
            <a:lvl9pPr marL="4114800" lvl="8" indent="-355600">
              <a:spcBef>
                <a:spcPts val="1000"/>
              </a:spcBef>
              <a:spcAft>
                <a:spcPts val="1000"/>
              </a:spcAft>
              <a:buSzPts val="2000"/>
              <a:buChar char="▻"/>
              <a:defRPr sz="2000"/>
            </a:lvl9pPr>
          </a:lstStyle>
          <a:p>
            <a:endParaRPr/>
          </a:p>
        </p:txBody>
      </p:sp>
      <p:sp>
        <p:nvSpPr>
          <p:cNvPr id="100" name="Google Shape;100;p6"/>
          <p:cNvSpPr txBox="1">
            <a:spLocks noGrp="1"/>
          </p:cNvSpPr>
          <p:nvPr>
            <p:ph type="body" idx="2"/>
          </p:nvPr>
        </p:nvSpPr>
        <p:spPr>
          <a:xfrm>
            <a:off x="4396123" y="1537988"/>
            <a:ext cx="3378300" cy="27243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1000"/>
              </a:spcBef>
              <a:spcAft>
                <a:spcPts val="0"/>
              </a:spcAft>
              <a:buSzPts val="2000"/>
              <a:buChar char="▻"/>
              <a:defRPr sz="2000"/>
            </a:lvl2pPr>
            <a:lvl3pPr marL="1371600" lvl="2" indent="-355600">
              <a:spcBef>
                <a:spcPts val="1000"/>
              </a:spcBef>
              <a:spcAft>
                <a:spcPts val="0"/>
              </a:spcAft>
              <a:buSzPts val="2000"/>
              <a:buChar char="▻"/>
              <a:defRPr sz="2000"/>
            </a:lvl3pPr>
            <a:lvl4pPr marL="1828800" lvl="3" indent="-355600">
              <a:spcBef>
                <a:spcPts val="1000"/>
              </a:spcBef>
              <a:spcAft>
                <a:spcPts val="0"/>
              </a:spcAft>
              <a:buSzPts val="2000"/>
              <a:buChar char="▻"/>
              <a:defRPr sz="2000"/>
            </a:lvl4pPr>
            <a:lvl5pPr marL="2286000" lvl="4" indent="-355600">
              <a:spcBef>
                <a:spcPts val="1000"/>
              </a:spcBef>
              <a:spcAft>
                <a:spcPts val="0"/>
              </a:spcAft>
              <a:buSzPts val="2000"/>
              <a:buChar char="▻"/>
              <a:defRPr sz="2000"/>
            </a:lvl5pPr>
            <a:lvl6pPr marL="2743200" lvl="5" indent="-355600">
              <a:spcBef>
                <a:spcPts val="1000"/>
              </a:spcBef>
              <a:spcAft>
                <a:spcPts val="0"/>
              </a:spcAft>
              <a:buSzPts val="2000"/>
              <a:buChar char="▻"/>
              <a:defRPr sz="2000"/>
            </a:lvl6pPr>
            <a:lvl7pPr marL="3200400" lvl="6" indent="-355600">
              <a:spcBef>
                <a:spcPts val="1000"/>
              </a:spcBef>
              <a:spcAft>
                <a:spcPts val="0"/>
              </a:spcAft>
              <a:buSzPts val="2000"/>
              <a:buChar char="▻"/>
              <a:defRPr sz="2000"/>
            </a:lvl7pPr>
            <a:lvl8pPr marL="3657600" lvl="7" indent="-355600">
              <a:spcBef>
                <a:spcPts val="1000"/>
              </a:spcBef>
              <a:spcAft>
                <a:spcPts val="0"/>
              </a:spcAft>
              <a:buSzPts val="2000"/>
              <a:buChar char="▻"/>
              <a:defRPr sz="2000"/>
            </a:lvl8pPr>
            <a:lvl9pPr marL="4114800" lvl="8" indent="-355600">
              <a:spcBef>
                <a:spcPts val="1000"/>
              </a:spcBef>
              <a:spcAft>
                <a:spcPts val="1000"/>
              </a:spcAft>
              <a:buSzPts val="2000"/>
              <a:buChar char="▻"/>
              <a:defRPr sz="2000"/>
            </a:lvl9pPr>
          </a:lstStyle>
          <a:p>
            <a:endParaRPr/>
          </a:p>
        </p:txBody>
      </p:sp>
      <p:sp>
        <p:nvSpPr>
          <p:cNvPr id="101" name="Google Shape;101;p6"/>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2"/>
        <p:cNvGrpSpPr/>
        <p:nvPr/>
      </p:nvGrpSpPr>
      <p:grpSpPr>
        <a:xfrm>
          <a:off x="0" y="0"/>
          <a:ext cx="0" cy="0"/>
          <a:chOff x="0" y="0"/>
          <a:chExt cx="0" cy="0"/>
        </a:xfrm>
      </p:grpSpPr>
      <p:grpSp>
        <p:nvGrpSpPr>
          <p:cNvPr id="163" name="Google Shape;163;p10"/>
          <p:cNvGrpSpPr/>
          <p:nvPr/>
        </p:nvGrpSpPr>
        <p:grpSpPr>
          <a:xfrm rot="10800000">
            <a:off x="-8" y="-2"/>
            <a:ext cx="2202830" cy="670795"/>
            <a:chOff x="5575242" y="4472723"/>
            <a:chExt cx="2202830" cy="670795"/>
          </a:xfrm>
        </p:grpSpPr>
        <p:sp>
          <p:nvSpPr>
            <p:cNvPr id="164" name="Google Shape;164;p10"/>
            <p:cNvSpPr/>
            <p:nvPr/>
          </p:nvSpPr>
          <p:spPr>
            <a:xfrm rot="10800000">
              <a:off x="5575242" y="4948334"/>
              <a:ext cx="394200" cy="1314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 name="Google Shape;165;p10"/>
            <p:cNvGrpSpPr/>
            <p:nvPr/>
          </p:nvGrpSpPr>
          <p:grpSpPr>
            <a:xfrm flipH="1">
              <a:off x="5734850" y="4472723"/>
              <a:ext cx="2040837" cy="670795"/>
              <a:chOff x="1297954" y="330075"/>
              <a:chExt cx="5169293" cy="1699506"/>
            </a:xfrm>
          </p:grpSpPr>
          <p:sp>
            <p:nvSpPr>
              <p:cNvPr id="166" name="Google Shape;166;p10"/>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0"/>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 name="Google Shape;168;p10"/>
            <p:cNvGrpSpPr/>
            <p:nvPr/>
          </p:nvGrpSpPr>
          <p:grpSpPr>
            <a:xfrm flipH="1">
              <a:off x="5578209" y="4646738"/>
              <a:ext cx="2199863" cy="304563"/>
              <a:chOff x="-5827153" y="330075"/>
              <a:chExt cx="12276019" cy="1699569"/>
            </a:xfrm>
          </p:grpSpPr>
          <p:sp>
            <p:nvSpPr>
              <p:cNvPr id="169" name="Google Shape;169;p10"/>
              <p:cNvSpPr/>
              <p:nvPr/>
            </p:nvSpPr>
            <p:spPr>
              <a:xfrm>
                <a:off x="-5827153" y="330144"/>
                <a:ext cx="10612200" cy="169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0"/>
              <p:cNvSpPr/>
              <p:nvPr/>
            </p:nvSpPr>
            <p:spPr>
              <a:xfrm>
                <a:off x="4749366" y="330075"/>
                <a:ext cx="1699500" cy="1699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1" name="Google Shape;171;p10"/>
          <p:cNvGrpSpPr/>
          <p:nvPr/>
        </p:nvGrpSpPr>
        <p:grpSpPr>
          <a:xfrm>
            <a:off x="6946842" y="4472723"/>
            <a:ext cx="2202830" cy="670795"/>
            <a:chOff x="5575242" y="4472723"/>
            <a:chExt cx="2202830" cy="670795"/>
          </a:xfrm>
        </p:grpSpPr>
        <p:sp>
          <p:nvSpPr>
            <p:cNvPr id="172" name="Google Shape;172;p10"/>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3" name="Google Shape;173;p10"/>
            <p:cNvGrpSpPr/>
            <p:nvPr/>
          </p:nvGrpSpPr>
          <p:grpSpPr>
            <a:xfrm flipH="1">
              <a:off x="5734850" y="4472723"/>
              <a:ext cx="2040837" cy="670795"/>
              <a:chOff x="1297954" y="330075"/>
              <a:chExt cx="5169293" cy="1699506"/>
            </a:xfrm>
          </p:grpSpPr>
          <p:sp>
            <p:nvSpPr>
              <p:cNvPr id="174" name="Google Shape;174;p10"/>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0"/>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6" name="Google Shape;176;p10"/>
            <p:cNvGrpSpPr/>
            <p:nvPr/>
          </p:nvGrpSpPr>
          <p:grpSpPr>
            <a:xfrm flipH="1">
              <a:off x="5578209" y="4646738"/>
              <a:ext cx="2199863" cy="304563"/>
              <a:chOff x="-5827153" y="330075"/>
              <a:chExt cx="12276019" cy="1699569"/>
            </a:xfrm>
          </p:grpSpPr>
          <p:sp>
            <p:nvSpPr>
              <p:cNvPr id="177" name="Google Shape;177;p10"/>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0"/>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79" name="Google Shape;179;p10"/>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4275" y="392575"/>
            <a:ext cx="5258400" cy="7662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1pPr>
            <a:lvl2pPr lvl="1">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2pPr>
            <a:lvl3pPr lvl="2">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3pPr>
            <a:lvl4pPr lvl="3">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4pPr>
            <a:lvl5pPr lvl="4">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5pPr>
            <a:lvl6pPr lvl="5">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6pPr>
            <a:lvl7pPr lvl="6">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7pPr>
            <a:lvl8pPr lvl="7">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8pPr>
            <a:lvl9pPr lvl="8">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9pPr>
          </a:lstStyle>
          <a:p>
            <a:endParaRPr/>
          </a:p>
        </p:txBody>
      </p:sp>
      <p:sp>
        <p:nvSpPr>
          <p:cNvPr id="7" name="Google Shape;7;p1"/>
          <p:cNvSpPr txBox="1">
            <a:spLocks noGrp="1"/>
          </p:cNvSpPr>
          <p:nvPr>
            <p:ph type="body" idx="1"/>
          </p:nvPr>
        </p:nvSpPr>
        <p:spPr>
          <a:xfrm>
            <a:off x="814275" y="1327350"/>
            <a:ext cx="6132600" cy="3145500"/>
          </a:xfrm>
          <a:prstGeom prst="rect">
            <a:avLst/>
          </a:prstGeom>
          <a:noFill/>
          <a:ln>
            <a:noFill/>
          </a:ln>
        </p:spPr>
        <p:txBody>
          <a:bodyPr spcFirstLastPara="1" wrap="square" lIns="91425" tIns="91425" rIns="91425" bIns="91425" anchor="ctr" anchorCtr="0">
            <a:noAutofit/>
          </a:bodyPr>
          <a:lstStyle>
            <a:lvl1pPr marL="457200" lvl="0" indent="-381000">
              <a:spcBef>
                <a:spcPts val="6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1pPr>
            <a:lvl2pPr marL="914400" lvl="1"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2pPr>
            <a:lvl3pPr marL="1371600" lvl="2"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3pPr>
            <a:lvl4pPr marL="1828800" lvl="3"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4pPr>
            <a:lvl5pPr marL="2286000" lvl="4"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5pPr>
            <a:lvl6pPr marL="2743200" lvl="5"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6pPr>
            <a:lvl7pPr marL="3200400" lvl="6"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7pPr>
            <a:lvl8pPr marL="3657600" lvl="7"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8pPr>
            <a:lvl9pPr marL="4114800" lvl="8" indent="-381000">
              <a:spcBef>
                <a:spcPts val="1000"/>
              </a:spcBef>
              <a:spcAft>
                <a:spcPts val="100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9pPr>
          </a:lstStyle>
          <a:p>
            <a:endParaRPr/>
          </a:p>
        </p:txBody>
      </p:sp>
      <p:sp>
        <p:nvSpPr>
          <p:cNvPr id="8" name="Google Shape;8;p1"/>
          <p:cNvSpPr txBox="1">
            <a:spLocks noGrp="1"/>
          </p:cNvSpPr>
          <p:nvPr>
            <p:ph type="sldNum" idx="12"/>
          </p:nvPr>
        </p:nvSpPr>
        <p:spPr>
          <a:xfrm>
            <a:off x="7618000" y="4636500"/>
            <a:ext cx="1487400" cy="315600"/>
          </a:xfrm>
          <a:prstGeom prst="rect">
            <a:avLst/>
          </a:prstGeom>
          <a:noFill/>
          <a:ln>
            <a:noFill/>
          </a:ln>
        </p:spPr>
        <p:txBody>
          <a:bodyPr spcFirstLastPara="1" wrap="square" lIns="91425" tIns="91425" rIns="91425" bIns="91425" anchor="ctr" anchorCtr="0">
            <a:noAutofit/>
          </a:bodyPr>
          <a:lstStyle>
            <a:lvl1pPr lvl="0" algn="r">
              <a:buNone/>
              <a:defRPr sz="1200" b="1">
                <a:solidFill>
                  <a:schemeClr val="lt1"/>
                </a:solidFill>
                <a:latin typeface="Roboto Condensed"/>
                <a:ea typeface="Roboto Condensed"/>
                <a:cs typeface="Roboto Condensed"/>
                <a:sym typeface="Roboto Condensed"/>
              </a:defRPr>
            </a:lvl1pPr>
            <a:lvl2pPr lvl="1" algn="r">
              <a:buNone/>
              <a:defRPr sz="1200" b="1">
                <a:solidFill>
                  <a:schemeClr val="lt1"/>
                </a:solidFill>
                <a:latin typeface="Roboto Condensed"/>
                <a:ea typeface="Roboto Condensed"/>
                <a:cs typeface="Roboto Condensed"/>
                <a:sym typeface="Roboto Condensed"/>
              </a:defRPr>
            </a:lvl2pPr>
            <a:lvl3pPr lvl="2" algn="r">
              <a:buNone/>
              <a:defRPr sz="1200" b="1">
                <a:solidFill>
                  <a:schemeClr val="lt1"/>
                </a:solidFill>
                <a:latin typeface="Roboto Condensed"/>
                <a:ea typeface="Roboto Condensed"/>
                <a:cs typeface="Roboto Condensed"/>
                <a:sym typeface="Roboto Condensed"/>
              </a:defRPr>
            </a:lvl3pPr>
            <a:lvl4pPr lvl="3" algn="r">
              <a:buNone/>
              <a:defRPr sz="1200" b="1">
                <a:solidFill>
                  <a:schemeClr val="lt1"/>
                </a:solidFill>
                <a:latin typeface="Roboto Condensed"/>
                <a:ea typeface="Roboto Condensed"/>
                <a:cs typeface="Roboto Condensed"/>
                <a:sym typeface="Roboto Condensed"/>
              </a:defRPr>
            </a:lvl4pPr>
            <a:lvl5pPr lvl="4" algn="r">
              <a:buNone/>
              <a:defRPr sz="1200" b="1">
                <a:solidFill>
                  <a:schemeClr val="lt1"/>
                </a:solidFill>
                <a:latin typeface="Roboto Condensed"/>
                <a:ea typeface="Roboto Condensed"/>
                <a:cs typeface="Roboto Condensed"/>
                <a:sym typeface="Roboto Condensed"/>
              </a:defRPr>
            </a:lvl5pPr>
            <a:lvl6pPr lvl="5" algn="r">
              <a:buNone/>
              <a:defRPr sz="1200" b="1">
                <a:solidFill>
                  <a:schemeClr val="lt1"/>
                </a:solidFill>
                <a:latin typeface="Roboto Condensed"/>
                <a:ea typeface="Roboto Condensed"/>
                <a:cs typeface="Roboto Condensed"/>
                <a:sym typeface="Roboto Condensed"/>
              </a:defRPr>
            </a:lvl6pPr>
            <a:lvl7pPr lvl="6" algn="r">
              <a:buNone/>
              <a:defRPr sz="1200" b="1">
                <a:solidFill>
                  <a:schemeClr val="lt1"/>
                </a:solidFill>
                <a:latin typeface="Roboto Condensed"/>
                <a:ea typeface="Roboto Condensed"/>
                <a:cs typeface="Roboto Condensed"/>
                <a:sym typeface="Roboto Condensed"/>
              </a:defRPr>
            </a:lvl7pPr>
            <a:lvl8pPr lvl="7" algn="r">
              <a:buNone/>
              <a:defRPr sz="1200" b="1">
                <a:solidFill>
                  <a:schemeClr val="lt1"/>
                </a:solidFill>
                <a:latin typeface="Roboto Condensed"/>
                <a:ea typeface="Roboto Condensed"/>
                <a:cs typeface="Roboto Condensed"/>
                <a:sym typeface="Roboto Condensed"/>
              </a:defRPr>
            </a:lvl8pPr>
            <a:lvl9pPr lvl="8" algn="r">
              <a:buNone/>
              <a:defRPr sz="1200" b="1">
                <a:solidFill>
                  <a:schemeClr val="lt1"/>
                </a:solidFill>
                <a:latin typeface="Roboto Condensed"/>
                <a:ea typeface="Roboto Condensed"/>
                <a:cs typeface="Roboto Condensed"/>
                <a:sym typeface="Roboto Condensed"/>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6" r:id="rId3"/>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hyperlink" Target="https://rjpn.org/ijcspub/papers/IJCSP25A1142.pdf?utm_source=chatgpt.com" TargetMode="External"/><Relationship Id="rId3" Type="http://schemas.openxmlformats.org/officeDocument/2006/relationships/hyperlink" Target="https://ijirt.org/Article?manuscript=174316&amp;utm_source=chatgpt.com" TargetMode="External"/><Relationship Id="rId7" Type="http://schemas.openxmlformats.org/officeDocument/2006/relationships/hyperlink" Target="https://www.semanticscholar.org/paper/Hand-Gesture-Controlled-Presentation-using-OpenCV-Sruthi-Swetha/a1371d6558e2b4d2fe08cfd363f94d62f9aa4793?utm_source=chatgpt.com"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journal.admi.or.id/index.php/IJST/article/download/2244/2169/7070?utm_source=chatgpt.com" TargetMode="External"/><Relationship Id="rId5" Type="http://schemas.openxmlformats.org/officeDocument/2006/relationships/hyperlink" Target="https://www.irjmets.com/upload_newfiles/irjmets70600069749/paper_file/irjmets70600069749.pdf?utm_source=chatgpt.com" TargetMode="External"/><Relationship Id="rId4" Type="http://schemas.openxmlformats.org/officeDocument/2006/relationships/hyperlink" Target="https://www.ijert.org/hand-gesture-recognition-based-presentation-system?utm_source=chatgpt.com"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1"/>
          <p:cNvSpPr txBox="1">
            <a:spLocks noGrp="1"/>
          </p:cNvSpPr>
          <p:nvPr>
            <p:ph type="ctrTitle"/>
          </p:nvPr>
        </p:nvSpPr>
        <p:spPr>
          <a:xfrm>
            <a:off x="0" y="742950"/>
            <a:ext cx="8931023" cy="2961900"/>
          </a:xfrm>
          <a:prstGeom prst="rect">
            <a:avLst/>
          </a:prstGeom>
        </p:spPr>
        <p:txBody>
          <a:bodyPr spcFirstLastPara="1" wrap="square" lIns="91425" tIns="91425" rIns="91425" bIns="91425" anchor="ctr" anchorCtr="0">
            <a:noAutofit/>
          </a:bodyPr>
          <a:lstStyle/>
          <a:p>
            <a:pPr lvl="0"/>
            <a:r>
              <a:rPr lang="en-US" sz="4000" dirty="0"/>
              <a:t>Enhancing Human-Computer Interaction with Hand Mapping.</a:t>
            </a:r>
            <a:br>
              <a:rPr lang="en-US" sz="4000" dirty="0"/>
            </a:br>
            <a:r>
              <a:rPr lang="en-IN" sz="4000" dirty="0"/>
              <a:t>(Google AI Edge)</a:t>
            </a:r>
            <a:endParaRPr sz="4000" dirty="0"/>
          </a:p>
        </p:txBody>
      </p:sp>
      <p:sp>
        <p:nvSpPr>
          <p:cNvPr id="3" name="Espace réservé du texte 4"/>
          <p:cNvSpPr txBox="1">
            <a:spLocks/>
          </p:cNvSpPr>
          <p:nvPr/>
        </p:nvSpPr>
        <p:spPr>
          <a:xfrm>
            <a:off x="0" y="4095750"/>
            <a:ext cx="3810000" cy="761999"/>
          </a:xfrm>
          <a:prstGeom prst="rect">
            <a:avLst/>
          </a:prstGeom>
        </p:spPr>
        <p:txBody>
          <a:bodyPr vert="horz" lIns="91440" tIns="45720" rIns="91440" bIns="45720" rtlCol="0" anchor="t">
            <a:noAutofit/>
          </a:bodyPr>
          <a:lstStyle/>
          <a:p>
            <a:pPr lvl="0">
              <a:spcBef>
                <a:spcPct val="20000"/>
              </a:spcBef>
              <a:buClrTx/>
              <a:defRPr/>
            </a:pPr>
            <a:r>
              <a:rPr lang="en-US" sz="1200" kern="1200" dirty="0">
                <a:latin typeface="Verdana" pitchFamily="34" charset="0"/>
                <a:ea typeface="Verdana" pitchFamily="34" charset="0"/>
                <a:cs typeface="Verdana" pitchFamily="34" charset="0"/>
              </a:rPr>
              <a:t>Team Members:</a:t>
            </a:r>
          </a:p>
          <a:p>
            <a:pPr>
              <a:spcBef>
                <a:spcPct val="20000"/>
              </a:spcBef>
              <a:buClrTx/>
              <a:defRPr/>
            </a:pPr>
            <a:r>
              <a:rPr lang="en-US" sz="1200" kern="1200" dirty="0">
                <a:latin typeface="Verdana" pitchFamily="34" charset="0"/>
                <a:ea typeface="Verdana" pitchFamily="34" charset="0"/>
                <a:cs typeface="Verdana" pitchFamily="34" charset="0"/>
              </a:rPr>
              <a:t>Harish Gowtham B–(23uad053)</a:t>
            </a:r>
          </a:p>
          <a:p>
            <a:pPr lvl="0">
              <a:spcBef>
                <a:spcPct val="20000"/>
              </a:spcBef>
              <a:buClrTx/>
              <a:defRPr/>
            </a:pPr>
            <a:r>
              <a:rPr lang="en-US" sz="1200" kern="1200" dirty="0">
                <a:latin typeface="Verdana" pitchFamily="34" charset="0"/>
                <a:ea typeface="Verdana" pitchFamily="34" charset="0"/>
                <a:cs typeface="Verdana" pitchFamily="34" charset="0"/>
              </a:rPr>
              <a:t>Venkatesh M-(23uad054)</a:t>
            </a:r>
          </a:p>
          <a:p>
            <a:pPr lvl="0">
              <a:spcBef>
                <a:spcPct val="20000"/>
              </a:spcBef>
              <a:buClrTx/>
              <a:defRPr/>
            </a:pPr>
            <a:r>
              <a:rPr lang="en-US" sz="1200" kern="1200" dirty="0">
                <a:latin typeface="Verdana" pitchFamily="34" charset="0"/>
                <a:ea typeface="Verdana" pitchFamily="34" charset="0"/>
                <a:cs typeface="Verdana" pitchFamily="34" charset="0"/>
              </a:rPr>
              <a:t>Rajesh B-(23uad058)</a:t>
            </a:r>
          </a:p>
          <a:p>
            <a:pPr lvl="0">
              <a:spcBef>
                <a:spcPct val="20000"/>
              </a:spcBef>
              <a:buClrTx/>
              <a:defRPr/>
            </a:pPr>
            <a:endParaRPr lang="en-US" sz="1200" kern="1200" dirty="0">
              <a:latin typeface="Verdana" pitchFamily="34" charset="0"/>
              <a:ea typeface="Verdana" pitchFamily="34" charset="0"/>
              <a:cs typeface="Verdana" pitchFamily="34" charset="0"/>
            </a:endParaRPr>
          </a:p>
        </p:txBody>
      </p:sp>
      <p:sp>
        <p:nvSpPr>
          <p:cNvPr id="5" name="Espace réservé du texte 4"/>
          <p:cNvSpPr txBox="1">
            <a:spLocks/>
          </p:cNvSpPr>
          <p:nvPr/>
        </p:nvSpPr>
        <p:spPr>
          <a:xfrm>
            <a:off x="5638800" y="4552950"/>
            <a:ext cx="4320208" cy="162817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solidFill>
                  <a:schemeClr val="tx1"/>
                </a:solidFill>
                <a:latin typeface="Verdana" pitchFamily="34" charset="0"/>
                <a:ea typeface="Verdana" pitchFamily="34" charset="0"/>
                <a:cs typeface="Verdana" pitchFamily="34" charset="0"/>
              </a:rPr>
              <a:t>Guided By,</a:t>
            </a:r>
          </a:p>
          <a:p>
            <a:r>
              <a:rPr lang="en-US" dirty="0" err="1">
                <a:solidFill>
                  <a:schemeClr val="tx1"/>
                </a:solidFill>
                <a:latin typeface="Verdana" pitchFamily="34" charset="0"/>
                <a:ea typeface="Verdana" pitchFamily="34" charset="0"/>
                <a:cs typeface="Verdana" pitchFamily="34" charset="0"/>
              </a:rPr>
              <a:t>Mrs.K.Muthulakshmi</a:t>
            </a:r>
            <a:r>
              <a:rPr lang="en-US" dirty="0">
                <a:solidFill>
                  <a:schemeClr val="tx1"/>
                </a:solidFill>
                <a:latin typeface="Verdana" pitchFamily="34" charset="0"/>
                <a:ea typeface="Verdana" pitchFamily="34" charset="0"/>
                <a:cs typeface="Verdana" pitchFamily="34" charset="0"/>
              </a:rPr>
              <a:t>/ADS</a:t>
            </a:r>
          </a:p>
          <a:p>
            <a:endParaRPr lang="en-US" dirty="0">
              <a:solidFill>
                <a:schemeClr val="tx1"/>
              </a:solidFill>
              <a:latin typeface="Verdana" pitchFamily="34" charset="0"/>
              <a:ea typeface="Verdana" pitchFamily="34" charset="0"/>
              <a:cs typeface="Verdana" pitchFamily="34" charset="0"/>
            </a:endParaRPr>
          </a:p>
        </p:txBody>
      </p:sp>
      <p:pic>
        <p:nvPicPr>
          <p:cNvPr id="6" name="Picture 2"/>
          <p:cNvPicPr/>
          <p:nvPr/>
        </p:nvPicPr>
        <p:blipFill>
          <a:blip r:embed="rId3"/>
          <a:stretch/>
        </p:blipFill>
        <p:spPr>
          <a:xfrm>
            <a:off x="0" y="0"/>
            <a:ext cx="4572000" cy="1123950"/>
          </a:xfrm>
          <a:prstGeom prst="rect">
            <a:avLst/>
          </a:prstGeom>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4274" y="392575"/>
            <a:ext cx="5815125" cy="766200"/>
          </a:xfrm>
        </p:spPr>
        <p:txBody>
          <a:bodyPr/>
          <a:lstStyle/>
          <a:p>
            <a:r>
              <a:rPr lang="en-US" dirty="0">
                <a:latin typeface="Verdana" pitchFamily="34" charset="0"/>
                <a:ea typeface="Verdana" pitchFamily="34" charset="0"/>
                <a:cs typeface="Verdana" pitchFamily="34" charset="0"/>
              </a:rPr>
              <a:t>CONTENTS </a:t>
            </a:r>
            <a:endParaRPr lang="en-US" dirty="0"/>
          </a:p>
        </p:txBody>
      </p:sp>
      <p:sp>
        <p:nvSpPr>
          <p:cNvPr id="3" name="Text Placeholder 2"/>
          <p:cNvSpPr>
            <a:spLocks noGrp="1"/>
          </p:cNvSpPr>
          <p:nvPr>
            <p:ph type="body" idx="1"/>
          </p:nvPr>
        </p:nvSpPr>
        <p:spPr>
          <a:xfrm>
            <a:off x="814274" y="1200150"/>
            <a:ext cx="7415326" cy="3243562"/>
          </a:xfrm>
        </p:spPr>
        <p:txBody>
          <a:bodyPr/>
          <a:lstStyle/>
          <a:p>
            <a:r>
              <a:rPr lang="en-IN" dirty="0"/>
              <a:t>Literature Review &amp; Gap Identification </a:t>
            </a:r>
          </a:p>
          <a:p>
            <a:r>
              <a:rPr lang="en-IN" dirty="0"/>
              <a:t>Problem Definition &amp; Objectives </a:t>
            </a:r>
          </a:p>
          <a:p>
            <a:r>
              <a:rPr lang="en-IN" dirty="0"/>
              <a:t>Technical Design / Process Flow </a:t>
            </a:r>
          </a:p>
          <a:p>
            <a:r>
              <a:rPr lang="en-IN" dirty="0"/>
              <a:t>Prototype Readiness </a:t>
            </a:r>
          </a:p>
          <a:p>
            <a:r>
              <a:rPr lang="en-IN" dirty="0"/>
              <a:t> Innovation &amp; Patent Potential </a:t>
            </a:r>
          </a:p>
          <a:p>
            <a:r>
              <a:rPr lang="en-IN" dirty="0"/>
              <a:t> Business Model &amp; Market Viability </a:t>
            </a:r>
          </a:p>
          <a:p>
            <a:r>
              <a:rPr lang="en-IN" dirty="0"/>
              <a:t> SDG Goals &amp; Societal Impact </a:t>
            </a:r>
          </a:p>
          <a:p>
            <a:r>
              <a:rPr lang="en-IN" dirty="0"/>
              <a:t> Scalability &amp; Product Conversion Feasibility</a:t>
            </a:r>
          </a:p>
          <a:p>
            <a:r>
              <a:rPr lang="en-IN" dirty="0"/>
              <a:t> Ability to Respond to Queries &amp; Communication </a:t>
            </a:r>
            <a:endParaRPr lang="en-US" dirty="0"/>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2</a:t>
            </a:fld>
            <a:endParaRPr lang="en"/>
          </a:p>
        </p:txBody>
      </p:sp>
    </p:spTree>
    <p:extLst>
      <p:ext uri="{BB962C8B-B14F-4D97-AF65-F5344CB8AC3E}">
        <p14:creationId xmlns:p14="http://schemas.microsoft.com/office/powerpoint/2010/main" val="2760957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sz="2800" dirty="0">
                <a:latin typeface="Verdana" pitchFamily="34" charset="0"/>
                <a:ea typeface="Verdana" pitchFamily="34" charset="0"/>
                <a:cs typeface="Verdana" pitchFamily="34" charset="0"/>
              </a:rPr>
              <a:t>Problem Statement</a:t>
            </a:r>
            <a:endParaRPr sz="2800" dirty="0"/>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a:t>
            </a:fld>
            <a:endParaRPr/>
          </a:p>
        </p:txBody>
      </p:sp>
      <p:sp>
        <p:nvSpPr>
          <p:cNvPr id="25" name="Content Placeholder 2"/>
          <p:cNvSpPr txBox="1">
            <a:spLocks/>
          </p:cNvSpPr>
          <p:nvPr/>
        </p:nvSpPr>
        <p:spPr>
          <a:xfrm>
            <a:off x="293683" y="1381991"/>
            <a:ext cx="8621717" cy="351212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55600" algn="l" rtl="0">
              <a:lnSpc>
                <a:spcPct val="100000"/>
              </a:lnSpc>
              <a:spcBef>
                <a:spcPts val="6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1pPr>
            <a:lvl2pPr marL="914400" marR="0" lvl="1"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2pPr>
            <a:lvl3pPr marL="1371600" marR="0" lvl="2"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3pPr>
            <a:lvl4pPr marL="1828800" marR="0" lvl="3"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4pPr>
            <a:lvl5pPr marL="2286000" marR="0" lvl="4"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5pPr>
            <a:lvl6pPr marL="2743200" marR="0" lvl="5"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6pPr>
            <a:lvl7pPr marL="3200400" marR="0" lvl="6"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7pPr>
            <a:lvl8pPr marL="3657600" marR="0" lvl="7"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8pPr>
            <a:lvl9pPr marL="4114800" marR="0" lvl="8" indent="-355600" algn="l" rtl="0">
              <a:lnSpc>
                <a:spcPct val="100000"/>
              </a:lnSpc>
              <a:spcBef>
                <a:spcPts val="1000"/>
              </a:spcBef>
              <a:spcAft>
                <a:spcPts val="100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9pPr>
          </a:lstStyle>
          <a:p>
            <a:pPr marL="101600" indent="0">
              <a:lnSpc>
                <a:spcPct val="150000"/>
              </a:lnSpc>
              <a:buNone/>
            </a:pPr>
            <a:r>
              <a:rPr lang="en-US" dirty="0">
                <a:latin typeface="Times New Roman" panose="02020603050405020304" pitchFamily="18" charset="0"/>
                <a:cs typeface="Times New Roman" panose="02020603050405020304" pitchFamily="18" charset="0"/>
              </a:rPr>
              <a:t>Traditional presentations are usually controlled using a keyboard, mouse, or remote. These devices need physical touch and can limit the presenter’s movement. Sometimes these devices may stop working or get lost. In today’s world, touchless technology is becoming important. Using AI and computer vision, presentations can be controlled using hand gestures. So, a smart hand gesture system is needed to make presentations easier and more interactive.</a:t>
            </a:r>
            <a:endParaRPr lang="en-US" dirty="0">
              <a:solidFill>
                <a:srgbClr val="C00000"/>
              </a:solidFill>
              <a:latin typeface="Times New Roman" panose="02020603050405020304" pitchFamily="18" charset="0"/>
              <a:ea typeface="Verdana" pitchFamily="34"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sz="2800" dirty="0">
                <a:latin typeface="Verdana" pitchFamily="34" charset="0"/>
                <a:ea typeface="Verdana" pitchFamily="34" charset="0"/>
              </a:rPr>
              <a:t>Base Paper</a:t>
            </a:r>
            <a:endParaRPr sz="2800" dirty="0">
              <a:latin typeface="Verdana" pitchFamily="34" charset="0"/>
              <a:ea typeface="Verdana" pitchFamily="34" charset="0"/>
            </a:endParaRPr>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a:t>
            </a:fld>
            <a:endParaRPr/>
          </a:p>
        </p:txBody>
      </p:sp>
      <p:sp>
        <p:nvSpPr>
          <p:cNvPr id="25" name="Content Placeholder 2"/>
          <p:cNvSpPr txBox="1">
            <a:spLocks/>
          </p:cNvSpPr>
          <p:nvPr/>
        </p:nvSpPr>
        <p:spPr>
          <a:xfrm>
            <a:off x="261141" y="1269927"/>
            <a:ext cx="8621717" cy="3512128"/>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55600" algn="l" rtl="0">
              <a:lnSpc>
                <a:spcPct val="100000"/>
              </a:lnSpc>
              <a:spcBef>
                <a:spcPts val="6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1pPr>
            <a:lvl2pPr marL="914400" marR="0" lvl="1"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2pPr>
            <a:lvl3pPr marL="1371600" marR="0" lvl="2"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3pPr>
            <a:lvl4pPr marL="1828800" marR="0" lvl="3"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4pPr>
            <a:lvl5pPr marL="2286000" marR="0" lvl="4"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5pPr>
            <a:lvl6pPr marL="2743200" marR="0" lvl="5"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6pPr>
            <a:lvl7pPr marL="3200400" marR="0" lvl="6"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7pPr>
            <a:lvl8pPr marL="3657600" marR="0" lvl="7"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8pPr>
            <a:lvl9pPr marL="4114800" marR="0" lvl="8" indent="-355600" algn="l" rtl="0">
              <a:lnSpc>
                <a:spcPct val="100000"/>
              </a:lnSpc>
              <a:spcBef>
                <a:spcPts val="1000"/>
              </a:spcBef>
              <a:spcAft>
                <a:spcPts val="100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9pPr>
          </a:lstStyle>
          <a:p>
            <a:pPr marL="101600" indent="0">
              <a:buNone/>
            </a:pPr>
            <a:r>
              <a:rPr lang="en-IN" b="1" dirty="0">
                <a:latin typeface="Times New Roman" panose="02020603050405020304" pitchFamily="18" charset="0"/>
                <a:cs typeface="Times New Roman" panose="02020603050405020304" pitchFamily="18" charset="0"/>
              </a:rPr>
              <a:t>Gesture Master: Real-time Hand Gesture Control for Interactive Presentation Using Computer Vision</a:t>
            </a:r>
          </a:p>
          <a:p>
            <a:pPr marL="101600" indent="0">
              <a:buNone/>
            </a:pPr>
            <a:r>
              <a:rPr lang="en-IN" b="1" dirty="0">
                <a:latin typeface="Times New Roman" panose="02020603050405020304" pitchFamily="18" charset="0"/>
                <a:cs typeface="Times New Roman" panose="02020603050405020304" pitchFamily="18" charset="0"/>
              </a:rPr>
              <a:t>Authors</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Akkireddy</a:t>
            </a:r>
            <a:r>
              <a:rPr lang="en-IN" dirty="0">
                <a:latin typeface="Times New Roman" panose="02020603050405020304" pitchFamily="18" charset="0"/>
                <a:cs typeface="Times New Roman" panose="02020603050405020304" pitchFamily="18" charset="0"/>
              </a:rPr>
              <a:t> Pavan Kumar, </a:t>
            </a:r>
            <a:r>
              <a:rPr lang="en-IN" dirty="0" err="1">
                <a:latin typeface="Times New Roman" panose="02020603050405020304" pitchFamily="18" charset="0"/>
                <a:cs typeface="Times New Roman" panose="02020603050405020304" pitchFamily="18" charset="0"/>
              </a:rPr>
              <a:t>Gudiwaka</a:t>
            </a:r>
            <a:r>
              <a:rPr lang="en-IN" dirty="0">
                <a:latin typeface="Times New Roman" panose="02020603050405020304" pitchFamily="18" charset="0"/>
                <a:cs typeface="Times New Roman" panose="02020603050405020304" pitchFamily="18" charset="0"/>
              </a:rPr>
              <a:t> Vijaya Lakshmi.</a:t>
            </a:r>
          </a:p>
          <a:p>
            <a:pPr marL="101600" indent="0">
              <a:buNone/>
            </a:pPr>
            <a:r>
              <a:rPr lang="en-IN" b="1" dirty="0">
                <a:latin typeface="Times New Roman" panose="02020603050405020304" pitchFamily="18" charset="0"/>
                <a:cs typeface="Times New Roman" panose="02020603050405020304" pitchFamily="18" charset="0"/>
              </a:rPr>
              <a:t>Published in</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International Journal of Innovative Research in Technology.</a:t>
            </a:r>
          </a:p>
          <a:p>
            <a:pPr marL="101600" indent="0">
              <a:buNone/>
            </a:pPr>
            <a:r>
              <a:rPr lang="en-IN" b="1" dirty="0">
                <a:latin typeface="Times New Roman" panose="02020603050405020304" pitchFamily="18" charset="0"/>
                <a:cs typeface="Times New Roman" panose="02020603050405020304" pitchFamily="18" charset="0"/>
              </a:rPr>
              <a:t>Abstract: </a:t>
            </a:r>
            <a:r>
              <a:rPr lang="en-US" dirty="0">
                <a:latin typeface="Times New Roman" panose="02020603050405020304" pitchFamily="18" charset="0"/>
                <a:cs typeface="Times New Roman" panose="02020603050405020304" pitchFamily="18" charset="0"/>
              </a:rPr>
              <a:t>This paper presents a presentation control system that uses hand gestures and voice commands to control PowerPoint slides. The system uses computer vision with OpenCV and the </a:t>
            </a:r>
            <a:r>
              <a:rPr lang="en-US" dirty="0" err="1">
                <a:latin typeface="Times New Roman" panose="02020603050405020304" pitchFamily="18" charset="0"/>
                <a:cs typeface="Times New Roman" panose="02020603050405020304" pitchFamily="18" charset="0"/>
              </a:rPr>
              <a:t>cvzone</a:t>
            </a:r>
            <a:r>
              <a:rPr lang="en-US" dirty="0">
                <a:latin typeface="Times New Roman" panose="02020603050405020304" pitchFamily="18" charset="0"/>
                <a:cs typeface="Times New Roman" panose="02020603050405020304" pitchFamily="18" charset="0"/>
              </a:rPr>
              <a:t> library to detect and recognize hand gestures. It allows users to navigate slides, control a virtual pointer, annotate, delete content, and zoom using simple gestures. The system improves presentation efficiency and accessibility by removing the need for traditional input devices.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79760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sz="2800" dirty="0">
                <a:latin typeface="Verdana" pitchFamily="34" charset="0"/>
                <a:ea typeface="Verdana" pitchFamily="34" charset="0"/>
              </a:rPr>
              <a:t>Introduction</a:t>
            </a:r>
            <a:endParaRPr sz="2800" dirty="0">
              <a:latin typeface="Verdana" pitchFamily="34" charset="0"/>
              <a:ea typeface="Verdana" pitchFamily="34" charset="0"/>
            </a:endParaRPr>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a:t>
            </a:fld>
            <a:endParaRPr/>
          </a:p>
        </p:txBody>
      </p:sp>
      <p:sp>
        <p:nvSpPr>
          <p:cNvPr id="25" name="Content Placeholder 2"/>
          <p:cNvSpPr txBox="1">
            <a:spLocks/>
          </p:cNvSpPr>
          <p:nvPr/>
        </p:nvSpPr>
        <p:spPr>
          <a:xfrm>
            <a:off x="293683" y="1381991"/>
            <a:ext cx="8621717" cy="3512128"/>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55600" algn="l" rtl="0">
              <a:lnSpc>
                <a:spcPct val="100000"/>
              </a:lnSpc>
              <a:spcBef>
                <a:spcPts val="6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1pPr>
            <a:lvl2pPr marL="914400" marR="0" lvl="1"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2pPr>
            <a:lvl3pPr marL="1371600" marR="0" lvl="2"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3pPr>
            <a:lvl4pPr marL="1828800" marR="0" lvl="3"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4pPr>
            <a:lvl5pPr marL="2286000" marR="0" lvl="4"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5pPr>
            <a:lvl6pPr marL="2743200" marR="0" lvl="5"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6pPr>
            <a:lvl7pPr marL="3200400" marR="0" lvl="6"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7pPr>
            <a:lvl8pPr marL="3657600" marR="0" lvl="7"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8pPr>
            <a:lvl9pPr marL="4114800" marR="0" lvl="8" indent="-355600" algn="l" rtl="0">
              <a:lnSpc>
                <a:spcPct val="100000"/>
              </a:lnSpc>
              <a:spcBef>
                <a:spcPts val="1000"/>
              </a:spcBef>
              <a:spcAft>
                <a:spcPts val="100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9p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recent years, Human-Computer Interaction has improved with the help of Artificial Intelligence and Computer Vision technologies.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Traditional presentation systems depend on devices like mouse, keyboard, or remote controllers which require physical interaction.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Hand gesture recognition systems allow users to interact with computers in a natural and touchless way.</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Using technologies like OpenCV, </a:t>
            </a:r>
            <a:r>
              <a:rPr lang="en-US" dirty="0" err="1">
                <a:latin typeface="Times New Roman" panose="02020603050405020304" pitchFamily="18" charset="0"/>
                <a:cs typeface="Times New Roman" panose="02020603050405020304" pitchFamily="18" charset="0"/>
              </a:rPr>
              <a:t>MediaPipe</a:t>
            </a:r>
            <a:r>
              <a:rPr lang="en-US" dirty="0">
                <a:latin typeface="Times New Roman" panose="02020603050405020304" pitchFamily="18" charset="0"/>
                <a:cs typeface="Times New Roman" panose="02020603050405020304" pitchFamily="18" charset="0"/>
              </a:rPr>
              <a:t>, and AI models, real-time hand tracking and gesture detection is possible.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system helps to make presentations more interactive, efficient, and user-friendly in classrooms, seminars, and business meetings.</a:t>
            </a:r>
          </a:p>
        </p:txBody>
      </p:sp>
    </p:spTree>
    <p:extLst>
      <p:ext uri="{BB962C8B-B14F-4D97-AF65-F5344CB8AC3E}">
        <p14:creationId xmlns:p14="http://schemas.microsoft.com/office/powerpoint/2010/main" val="3442713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FFF73-A30E-FB51-5A83-E6C2B6FB672B}"/>
              </a:ext>
            </a:extLst>
          </p:cNvPr>
          <p:cNvSpPr>
            <a:spLocks noGrp="1"/>
          </p:cNvSpPr>
          <p:nvPr>
            <p:ph type="title"/>
          </p:nvPr>
        </p:nvSpPr>
        <p:spPr/>
        <p:txBody>
          <a:bodyPr/>
          <a:lstStyle/>
          <a:p>
            <a:r>
              <a:rPr lang="en-IN" sz="3200" dirty="0"/>
              <a:t>Technology and Algorithm</a:t>
            </a:r>
          </a:p>
        </p:txBody>
      </p:sp>
      <p:sp>
        <p:nvSpPr>
          <p:cNvPr id="5" name="Slide Number Placeholder 4">
            <a:extLst>
              <a:ext uri="{FF2B5EF4-FFF2-40B4-BE49-F238E27FC236}">
                <a16:creationId xmlns:a16="http://schemas.microsoft.com/office/drawing/2014/main" id="{FBE9169E-B634-4CBA-EB70-4E6E04F1DC1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6</a:t>
            </a:fld>
            <a:endParaRPr lang="en"/>
          </a:p>
        </p:txBody>
      </p:sp>
      <p:sp>
        <p:nvSpPr>
          <p:cNvPr id="6" name="Rectangle 1">
            <a:extLst>
              <a:ext uri="{FF2B5EF4-FFF2-40B4-BE49-F238E27FC236}">
                <a16:creationId xmlns:a16="http://schemas.microsoft.com/office/drawing/2014/main" id="{6BEEF692-6A07-0F6B-C0B3-DBC542C9980F}"/>
              </a:ext>
            </a:extLst>
          </p:cNvPr>
          <p:cNvSpPr>
            <a:spLocks noGrp="1" noChangeArrowheads="1"/>
          </p:cNvSpPr>
          <p:nvPr>
            <p:ph type="body" idx="1"/>
          </p:nvPr>
        </p:nvSpPr>
        <p:spPr bwMode="auto">
          <a:xfrm>
            <a:off x="838200" y="1312513"/>
            <a:ext cx="8305800"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MediaPipe</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(Google AI Edge)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OpenCV (Open Source Computer Vision Library)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Cvzone</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PyAutoGUI</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50000"/>
              </a:lnSpc>
              <a:spcBef>
                <a:spcPct val="0"/>
              </a:spcBef>
              <a:spcAft>
                <a:spcPct val="0"/>
              </a:spcAft>
              <a:buClrTx/>
              <a:buSzTx/>
              <a:buFontTx/>
              <a:buChar char="•"/>
            </a:pPr>
            <a:r>
              <a:rPr lang="en-IN" dirty="0">
                <a:latin typeface="Times New Roman" panose="02020603050405020304" pitchFamily="18" charset="0"/>
                <a:cs typeface="Times New Roman" panose="02020603050405020304" pitchFamily="18" charset="0"/>
              </a:rPr>
              <a:t>Convolutional Neural Networks (CNN)</a:t>
            </a:r>
          </a:p>
          <a:p>
            <a:pPr marL="0" lvl="0" indent="0" eaLnBrk="0" fontAlgn="base" hangingPunct="0">
              <a:lnSpc>
                <a:spcPct val="150000"/>
              </a:lnSpc>
              <a:spcBef>
                <a:spcPct val="0"/>
              </a:spcBef>
              <a:spcAft>
                <a:spcPct val="0"/>
              </a:spcAft>
              <a:buClrTx/>
              <a:buSzTx/>
              <a:buFontTx/>
              <a:buChar char="•"/>
            </a:pPr>
            <a:r>
              <a:rPr lang="en-IN" dirty="0">
                <a:latin typeface="Times New Roman" panose="02020603050405020304" pitchFamily="18" charset="0"/>
                <a:cs typeface="Times New Roman" panose="02020603050405020304" pitchFamily="18" charset="0"/>
              </a:rPr>
              <a:t>Transformer Models</a:t>
            </a:r>
          </a:p>
          <a:p>
            <a:pPr marL="0" lvl="0" indent="0" eaLnBrk="0" fontAlgn="base" hangingPunct="0">
              <a:lnSpc>
                <a:spcPct val="150000"/>
              </a:lnSpc>
              <a:spcBef>
                <a:spcPct val="0"/>
              </a:spcBef>
              <a:spcAft>
                <a:spcPct val="0"/>
              </a:spcAft>
              <a:buClrTx/>
              <a:buSzTx/>
              <a:buFontTx/>
              <a:buChar char="•"/>
            </a:pPr>
            <a:r>
              <a:rPr lang="en-IN" dirty="0">
                <a:latin typeface="Times New Roman" panose="02020603050405020304" pitchFamily="18" charset="0"/>
                <a:cs typeface="Times New Roman" panose="02020603050405020304" pitchFamily="18" charset="0"/>
              </a:rPr>
              <a:t>Finger-Earth Mover’s Distance (FEMD)</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6257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sz="2800" dirty="0">
                <a:latin typeface="Verdana" pitchFamily="34" charset="0"/>
                <a:ea typeface="Verdana" pitchFamily="34" charset="0"/>
              </a:rPr>
              <a:t>Objective</a:t>
            </a:r>
            <a:endParaRPr sz="2800" dirty="0">
              <a:latin typeface="Verdana" pitchFamily="34" charset="0"/>
              <a:ea typeface="Verdana" pitchFamily="34" charset="0"/>
            </a:endParaRPr>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7</a:t>
            </a:fld>
            <a:endParaRPr/>
          </a:p>
        </p:txBody>
      </p:sp>
      <p:sp>
        <p:nvSpPr>
          <p:cNvPr id="25" name="Content Placeholder 2"/>
          <p:cNvSpPr txBox="1">
            <a:spLocks/>
          </p:cNvSpPr>
          <p:nvPr/>
        </p:nvSpPr>
        <p:spPr>
          <a:xfrm>
            <a:off x="293683" y="1381991"/>
            <a:ext cx="8621717" cy="351212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55600" algn="l" rtl="0">
              <a:lnSpc>
                <a:spcPct val="100000"/>
              </a:lnSpc>
              <a:spcBef>
                <a:spcPts val="6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1pPr>
            <a:lvl2pPr marL="914400" marR="0" lvl="1"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2pPr>
            <a:lvl3pPr marL="1371600" marR="0" lvl="2"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3pPr>
            <a:lvl4pPr marL="1828800" marR="0" lvl="3"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4pPr>
            <a:lvl5pPr marL="2286000" marR="0" lvl="4"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5pPr>
            <a:lvl6pPr marL="2743200" marR="0" lvl="5"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6pPr>
            <a:lvl7pPr marL="3200400" marR="0" lvl="6"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7pPr>
            <a:lvl8pPr marL="3657600" marR="0" lvl="7"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8pPr>
            <a:lvl9pPr marL="4114800" marR="0" lvl="8" indent="-355600" algn="l" rtl="0">
              <a:lnSpc>
                <a:spcPct val="100000"/>
              </a:lnSpc>
              <a:spcBef>
                <a:spcPts val="1000"/>
              </a:spcBef>
              <a:spcAft>
                <a:spcPts val="100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9p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develop a hand gesture-based system to control presentation slides without using physical devices.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implement real-time hand gesture recognition using Computer Vision and AI technologies.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improve presentation flexibility and user interaction using touchless control methods.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create an accurate and reliable system that works under different lighting and background conditions.</a:t>
            </a:r>
          </a:p>
        </p:txBody>
      </p:sp>
    </p:spTree>
    <p:extLst>
      <p:ext uri="{BB962C8B-B14F-4D97-AF65-F5344CB8AC3E}">
        <p14:creationId xmlns:p14="http://schemas.microsoft.com/office/powerpoint/2010/main" val="3442713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sz="2800" dirty="0">
                <a:latin typeface="Verdana" pitchFamily="34" charset="0"/>
                <a:ea typeface="Verdana" pitchFamily="34" charset="0"/>
              </a:rPr>
              <a:t>Literature Survey</a:t>
            </a:r>
            <a:endParaRPr sz="2800" dirty="0">
              <a:latin typeface="Verdana" pitchFamily="34" charset="0"/>
              <a:ea typeface="Verdana" pitchFamily="34" charset="0"/>
            </a:endParaRPr>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8</a:t>
            </a:fld>
            <a:endParaRPr/>
          </a:p>
        </p:txBody>
      </p:sp>
      <p:sp>
        <p:nvSpPr>
          <p:cNvPr id="25" name="Content Placeholder 2"/>
          <p:cNvSpPr txBox="1">
            <a:spLocks/>
          </p:cNvSpPr>
          <p:nvPr/>
        </p:nvSpPr>
        <p:spPr>
          <a:xfrm>
            <a:off x="293683" y="1381991"/>
            <a:ext cx="8621717" cy="3512128"/>
          </a:xfrm>
          <a:prstGeom prst="rect">
            <a:avLst/>
          </a:prstGeom>
          <a:noFill/>
          <a:ln>
            <a:noFill/>
          </a:ln>
        </p:spPr>
        <p:txBody>
          <a:bodyPr spcFirstLastPara="1" wrap="square" lIns="91425" tIns="91425" rIns="91425" bIns="91425" anchor="t" anchorCtr="0">
            <a:normAutofit fontScale="85000" lnSpcReduction="10000"/>
          </a:bodyPr>
          <a:lstStyle>
            <a:defPPr marR="0" lvl="0" algn="l" rtl="0">
              <a:lnSpc>
                <a:spcPct val="100000"/>
              </a:lnSpc>
              <a:spcBef>
                <a:spcPts val="0"/>
              </a:spcBef>
              <a:spcAft>
                <a:spcPts val="0"/>
              </a:spcAft>
            </a:defPPr>
            <a:lvl1pPr marL="457200" marR="0" lvl="0" indent="-355600" algn="l" rtl="0">
              <a:lnSpc>
                <a:spcPct val="100000"/>
              </a:lnSpc>
              <a:spcBef>
                <a:spcPts val="6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1pPr>
            <a:lvl2pPr marL="914400" marR="0" lvl="1"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2pPr>
            <a:lvl3pPr marL="1371600" marR="0" lvl="2"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3pPr>
            <a:lvl4pPr marL="1828800" marR="0" lvl="3"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4pPr>
            <a:lvl5pPr marL="2286000" marR="0" lvl="4"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5pPr>
            <a:lvl6pPr marL="2743200" marR="0" lvl="5"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6pPr>
            <a:lvl7pPr marL="3200400" marR="0" lvl="6"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7pPr>
            <a:lvl8pPr marL="3657600" marR="0" lvl="7"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8pPr>
            <a:lvl9pPr marL="4114800" marR="0" lvl="8" indent="-355600" algn="l" rtl="0">
              <a:lnSpc>
                <a:spcPct val="100000"/>
              </a:lnSpc>
              <a:spcBef>
                <a:spcPts val="1000"/>
              </a:spcBef>
              <a:spcAft>
                <a:spcPts val="100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9pPr>
          </a:lstStyle>
          <a:p>
            <a:pPr marL="101600" indent="0">
              <a:buNone/>
            </a:pPr>
            <a:r>
              <a:rPr lang="en-US" b="1" dirty="0">
                <a:latin typeface="Times New Roman" panose="02020603050405020304" pitchFamily="18" charset="0"/>
                <a:cs typeface="Times New Roman" panose="02020603050405020304" pitchFamily="18" charset="0"/>
              </a:rPr>
              <a:t>Title: Hand Gesture Controlled Presentation System</a:t>
            </a:r>
          </a:p>
          <a:p>
            <a:pPr marL="101600" indent="0">
              <a:buNone/>
            </a:pPr>
            <a:r>
              <a:rPr lang="en-US" b="1" dirty="0">
                <a:latin typeface="Times New Roman" panose="02020603050405020304" pitchFamily="18" charset="0"/>
                <a:cs typeface="Times New Roman" panose="02020603050405020304" pitchFamily="18" charset="0"/>
              </a:rPr>
              <a:t>Methodology: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Uses OpenCV and </a:t>
            </a:r>
            <a:r>
              <a:rPr lang="en-US" dirty="0" err="1">
                <a:latin typeface="Times New Roman" panose="02020603050405020304" pitchFamily="18" charset="0"/>
                <a:cs typeface="Times New Roman" panose="02020603050405020304" pitchFamily="18" charset="0"/>
              </a:rPr>
              <a:t>MediaPipe</a:t>
            </a:r>
            <a:r>
              <a:rPr lang="en-US" dirty="0">
                <a:latin typeface="Times New Roman" panose="02020603050405020304" pitchFamily="18" charset="0"/>
                <a:cs typeface="Times New Roman" panose="02020603050405020304" pitchFamily="18" charset="0"/>
              </a:rPr>
              <a:t> for real-time hand tracking and gesture detection. Webcam captures hand movement and finger positions are analyzed to control slides.</a:t>
            </a:r>
          </a:p>
          <a:p>
            <a:pPr marL="101600" indent="0">
              <a:buNone/>
            </a:pPr>
            <a:r>
              <a:rPr lang="en-US" b="1" dirty="0">
                <a:latin typeface="Times New Roman" panose="02020603050405020304" pitchFamily="18" charset="0"/>
                <a:cs typeface="Times New Roman" panose="02020603050405020304" pitchFamily="18" charset="0"/>
              </a:rPr>
              <a:t>Advantage:</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Low cost (only webcam needed)</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Real-time performance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Easy to implement</a:t>
            </a:r>
          </a:p>
          <a:p>
            <a:pPr marL="101600" indent="0">
              <a:buNone/>
            </a:pPr>
            <a:r>
              <a:rPr lang="en-US" b="1" dirty="0">
                <a:latin typeface="Times New Roman" panose="02020603050405020304" pitchFamily="18" charset="0"/>
                <a:cs typeface="Times New Roman" panose="02020603050405020304" pitchFamily="18" charset="0"/>
              </a:rPr>
              <a:t>Limitation:</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Performance affected by lighting conditions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Background noise may reduce accuracy</a:t>
            </a:r>
          </a:p>
          <a:p>
            <a:endParaRPr lang="en-US" dirty="0">
              <a:latin typeface="Times New Roman" panose="02020603050405020304" pitchFamily="18" charset="0"/>
              <a:ea typeface="Verdana" pitchFamily="34" charset="0"/>
              <a:cs typeface="Times New Roman" panose="02020603050405020304" pitchFamily="18" charset="0"/>
            </a:endParaRPr>
          </a:p>
        </p:txBody>
      </p:sp>
    </p:spTree>
    <p:extLst>
      <p:ext uri="{BB962C8B-B14F-4D97-AF65-F5344CB8AC3E}">
        <p14:creationId xmlns:p14="http://schemas.microsoft.com/office/powerpoint/2010/main" val="959221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sz="2400" dirty="0">
                <a:latin typeface="Verdana" pitchFamily="34" charset="0"/>
                <a:ea typeface="Verdana" pitchFamily="34" charset="0"/>
              </a:rPr>
              <a:t>Requirement Specification</a:t>
            </a:r>
            <a:endParaRPr sz="2400" dirty="0">
              <a:latin typeface="Verdana" pitchFamily="34" charset="0"/>
              <a:ea typeface="Verdana" pitchFamily="34" charset="0"/>
            </a:endParaRPr>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9</a:t>
            </a:fld>
            <a:endParaRPr/>
          </a:p>
        </p:txBody>
      </p:sp>
      <p:sp>
        <p:nvSpPr>
          <p:cNvPr id="25" name="Content Placeholder 2"/>
          <p:cNvSpPr txBox="1">
            <a:spLocks/>
          </p:cNvSpPr>
          <p:nvPr/>
        </p:nvSpPr>
        <p:spPr>
          <a:xfrm>
            <a:off x="293683" y="1381991"/>
            <a:ext cx="8621717" cy="3512128"/>
          </a:xfrm>
          <a:prstGeom prst="rect">
            <a:avLst/>
          </a:prstGeom>
          <a:noFill/>
          <a:ln>
            <a:noFill/>
          </a:ln>
        </p:spPr>
        <p:txBody>
          <a:bodyPr spcFirstLastPara="1" wrap="square" lIns="91425" tIns="91425" rIns="91425" bIns="91425" anchor="t" anchorCtr="0">
            <a:normAutofit fontScale="85000" lnSpcReduction="20000"/>
          </a:bodyPr>
          <a:lstStyle>
            <a:defPPr marR="0" lvl="0" algn="l" rtl="0">
              <a:lnSpc>
                <a:spcPct val="100000"/>
              </a:lnSpc>
              <a:spcBef>
                <a:spcPts val="0"/>
              </a:spcBef>
              <a:spcAft>
                <a:spcPts val="0"/>
              </a:spcAft>
            </a:defPPr>
            <a:lvl1pPr marL="457200" marR="0" lvl="0" indent="-355600" algn="l" rtl="0">
              <a:lnSpc>
                <a:spcPct val="100000"/>
              </a:lnSpc>
              <a:spcBef>
                <a:spcPts val="6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1pPr>
            <a:lvl2pPr marL="914400" marR="0" lvl="1"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2pPr>
            <a:lvl3pPr marL="1371600" marR="0" lvl="2"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3pPr>
            <a:lvl4pPr marL="1828800" marR="0" lvl="3"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4pPr>
            <a:lvl5pPr marL="2286000" marR="0" lvl="4"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5pPr>
            <a:lvl6pPr marL="2743200" marR="0" lvl="5"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6pPr>
            <a:lvl7pPr marL="3200400" marR="0" lvl="6"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7pPr>
            <a:lvl8pPr marL="3657600" marR="0" lvl="7"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8pPr>
            <a:lvl9pPr marL="4114800" marR="0" lvl="8" indent="-355600" algn="l" rtl="0">
              <a:lnSpc>
                <a:spcPct val="100000"/>
              </a:lnSpc>
              <a:spcBef>
                <a:spcPts val="1000"/>
              </a:spcBef>
              <a:spcAft>
                <a:spcPts val="100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9pPr>
          </a:lstStyle>
          <a:p>
            <a:pPr marL="101600" indent="0">
              <a:buNone/>
            </a:pPr>
            <a:r>
              <a:rPr lang="en-IN" b="1" dirty="0">
                <a:latin typeface="Times New Roman" panose="02020603050405020304" pitchFamily="18" charset="0"/>
                <a:cs typeface="Times New Roman" panose="02020603050405020304" pitchFamily="18" charset="0"/>
              </a:rPr>
              <a:t>Hardware Requirements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Laptop or Computer</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Webcam (In-built or External)</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Minimum 8GB RAM</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Processor: i3 or above</a:t>
            </a:r>
          </a:p>
          <a:p>
            <a:pPr marL="101600" indent="0">
              <a:buNone/>
            </a:pPr>
            <a:r>
              <a:rPr lang="en-IN" b="1" dirty="0">
                <a:latin typeface="Times New Roman" panose="02020603050405020304" pitchFamily="18" charset="0"/>
                <a:cs typeface="Times New Roman" panose="02020603050405020304" pitchFamily="18" charset="0"/>
              </a:rPr>
              <a:t> Software Requirements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Python Programming Language</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OpenCV Library</a:t>
            </a:r>
          </a:p>
          <a:p>
            <a:pPr>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MediaPipe</a:t>
            </a:r>
            <a:r>
              <a:rPr lang="en-IN" dirty="0">
                <a:latin typeface="Times New Roman" panose="02020603050405020304" pitchFamily="18" charset="0"/>
                <a:cs typeface="Times New Roman" panose="02020603050405020304" pitchFamily="18" charset="0"/>
              </a:rPr>
              <a:t> Library</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VS Code </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Windows / Linux Operating System</a:t>
            </a:r>
          </a:p>
        </p:txBody>
      </p:sp>
    </p:spTree>
    <p:extLst>
      <p:ext uri="{BB962C8B-B14F-4D97-AF65-F5344CB8AC3E}">
        <p14:creationId xmlns:p14="http://schemas.microsoft.com/office/powerpoint/2010/main" val="34427137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sz="2800" dirty="0">
                <a:latin typeface="Verdana" pitchFamily="34" charset="0"/>
                <a:ea typeface="Verdana" pitchFamily="34" charset="0"/>
              </a:rPr>
              <a:t>System Design</a:t>
            </a:r>
            <a:endParaRPr sz="2800" dirty="0">
              <a:latin typeface="Verdana" pitchFamily="34" charset="0"/>
              <a:ea typeface="Verdana" pitchFamily="34" charset="0"/>
            </a:endParaRPr>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10</a:t>
            </a:fld>
            <a:endParaRPr/>
          </a:p>
        </p:txBody>
      </p:sp>
      <p:pic>
        <p:nvPicPr>
          <p:cNvPr id="3" name="Content Placeholder 4">
            <a:extLst>
              <a:ext uri="{FF2B5EF4-FFF2-40B4-BE49-F238E27FC236}">
                <a16:creationId xmlns:a16="http://schemas.microsoft.com/office/drawing/2014/main" id="{10778F69-65CB-3FFB-2A86-6086AEDCAC1D}"/>
              </a:ext>
            </a:extLst>
          </p:cNvPr>
          <p:cNvPicPr>
            <a:picLocks noChangeAspect="1"/>
          </p:cNvPicPr>
          <p:nvPr/>
        </p:nvPicPr>
        <p:blipFill>
          <a:blip r:embed="rId3">
            <a:extLst>
              <a:ext uri="{28A0092B-C50C-407E-A947-70E740481C1C}">
                <a14:useLocalDpi xmlns:a14="http://schemas.microsoft.com/office/drawing/2010/main" val="0"/>
              </a:ext>
            </a:extLst>
          </a:blip>
          <a:srcRect t="29684" b="20033"/>
          <a:stretch>
            <a:fillRect/>
          </a:stretch>
        </p:blipFill>
        <p:spPr>
          <a:xfrm>
            <a:off x="228600" y="1657350"/>
            <a:ext cx="6482909" cy="2452462"/>
          </a:xfrm>
          <a:prstGeom prst="rect">
            <a:avLst/>
          </a:prstGeom>
          <a:noFill/>
          <a:ln>
            <a:noFill/>
          </a:ln>
        </p:spPr>
      </p:pic>
      <p:pic>
        <p:nvPicPr>
          <p:cNvPr id="11" name="Picture 10">
            <a:extLst>
              <a:ext uri="{FF2B5EF4-FFF2-40B4-BE49-F238E27FC236}">
                <a16:creationId xmlns:a16="http://schemas.microsoft.com/office/drawing/2014/main" id="{C9FD728E-B419-192C-6E48-0312EBC3A6C8}"/>
              </a:ext>
            </a:extLst>
          </p:cNvPr>
          <p:cNvPicPr>
            <a:picLocks noChangeAspect="1"/>
          </p:cNvPicPr>
          <p:nvPr/>
        </p:nvPicPr>
        <p:blipFill>
          <a:blip r:embed="rId4"/>
          <a:stretch>
            <a:fillRect/>
          </a:stretch>
        </p:blipFill>
        <p:spPr>
          <a:xfrm>
            <a:off x="6720802" y="680812"/>
            <a:ext cx="2353074" cy="3429000"/>
          </a:xfrm>
          <a:prstGeom prst="rect">
            <a:avLst/>
          </a:prstGeom>
        </p:spPr>
      </p:pic>
    </p:spTree>
    <p:extLst>
      <p:ext uri="{BB962C8B-B14F-4D97-AF65-F5344CB8AC3E}">
        <p14:creationId xmlns:p14="http://schemas.microsoft.com/office/powerpoint/2010/main" val="7965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sz="2800" dirty="0">
                <a:latin typeface="Verdana" pitchFamily="34" charset="0"/>
                <a:ea typeface="Verdana" pitchFamily="34" charset="0"/>
              </a:rPr>
              <a:t>Module Implementation</a:t>
            </a:r>
            <a:endParaRPr sz="2800" dirty="0">
              <a:latin typeface="Verdana" pitchFamily="34" charset="0"/>
              <a:ea typeface="Verdana" pitchFamily="34" charset="0"/>
            </a:endParaRPr>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11</a:t>
            </a:fld>
            <a:endParaRPr/>
          </a:p>
        </p:txBody>
      </p:sp>
      <p:sp>
        <p:nvSpPr>
          <p:cNvPr id="2" name="Rectangle 1">
            <a:extLst>
              <a:ext uri="{FF2B5EF4-FFF2-40B4-BE49-F238E27FC236}">
                <a16:creationId xmlns:a16="http://schemas.microsoft.com/office/drawing/2014/main" id="{03D1CCBC-4603-014A-74E2-5F44D3F4E85A}"/>
              </a:ext>
            </a:extLst>
          </p:cNvPr>
          <p:cNvSpPr>
            <a:spLocks noChangeArrowheads="1"/>
          </p:cNvSpPr>
          <p:nvPr/>
        </p:nvSpPr>
        <p:spPr bwMode="auto">
          <a:xfrm>
            <a:off x="533400" y="1399089"/>
            <a:ext cx="3248005" cy="2345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Input Module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 Detection Module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Gesture Recognition Module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Control Action Module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Output Module</a:t>
            </a:r>
          </a:p>
        </p:txBody>
      </p:sp>
    </p:spTree>
    <p:extLst>
      <p:ext uri="{BB962C8B-B14F-4D97-AF65-F5344CB8AC3E}">
        <p14:creationId xmlns:p14="http://schemas.microsoft.com/office/powerpoint/2010/main" val="79656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sz="2800" dirty="0">
                <a:latin typeface="Verdana" pitchFamily="34" charset="0"/>
                <a:ea typeface="Verdana" pitchFamily="34" charset="0"/>
              </a:rPr>
              <a:t>Screenshots/Results</a:t>
            </a:r>
            <a:endParaRPr sz="2800" dirty="0">
              <a:latin typeface="Verdana" pitchFamily="34" charset="0"/>
              <a:ea typeface="Verdana" pitchFamily="34" charset="0"/>
            </a:endParaRPr>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12</a:t>
            </a:fld>
            <a:endParaRPr/>
          </a:p>
        </p:txBody>
      </p:sp>
      <p:sp>
        <p:nvSpPr>
          <p:cNvPr id="25" name="Content Placeholder 2"/>
          <p:cNvSpPr txBox="1">
            <a:spLocks/>
          </p:cNvSpPr>
          <p:nvPr/>
        </p:nvSpPr>
        <p:spPr>
          <a:xfrm>
            <a:off x="293683" y="1381991"/>
            <a:ext cx="8621717" cy="351212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55600" algn="l" rtl="0">
              <a:lnSpc>
                <a:spcPct val="100000"/>
              </a:lnSpc>
              <a:spcBef>
                <a:spcPts val="6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1pPr>
            <a:lvl2pPr marL="914400" marR="0" lvl="1"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2pPr>
            <a:lvl3pPr marL="1371600" marR="0" lvl="2"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3pPr>
            <a:lvl4pPr marL="1828800" marR="0" lvl="3"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4pPr>
            <a:lvl5pPr marL="2286000" marR="0" lvl="4"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5pPr>
            <a:lvl6pPr marL="2743200" marR="0" lvl="5"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6pPr>
            <a:lvl7pPr marL="3200400" marR="0" lvl="6"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7pPr>
            <a:lvl8pPr marL="3657600" marR="0" lvl="7"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8pPr>
            <a:lvl9pPr marL="4114800" marR="0" lvl="8" indent="-355600" algn="l" rtl="0">
              <a:lnSpc>
                <a:spcPct val="100000"/>
              </a:lnSpc>
              <a:spcBef>
                <a:spcPts val="1000"/>
              </a:spcBef>
              <a:spcAft>
                <a:spcPts val="100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9pPr>
          </a:lstStyle>
          <a:p>
            <a:endParaRPr lang="en-US" dirty="0">
              <a:solidFill>
                <a:srgbClr val="C00000"/>
              </a:solidFill>
              <a:latin typeface="Verdana" pitchFamily="34" charset="0"/>
              <a:ea typeface="Verdana" pitchFamily="34" charset="0"/>
            </a:endParaRPr>
          </a:p>
        </p:txBody>
      </p:sp>
      <p:pic>
        <p:nvPicPr>
          <p:cNvPr id="4" name="Picture 3">
            <a:extLst>
              <a:ext uri="{FF2B5EF4-FFF2-40B4-BE49-F238E27FC236}">
                <a16:creationId xmlns:a16="http://schemas.microsoft.com/office/drawing/2014/main" id="{BE081CA1-F5FA-958F-16CF-8A0A8F5144B1}"/>
              </a:ext>
            </a:extLst>
          </p:cNvPr>
          <p:cNvPicPr>
            <a:picLocks noChangeAspect="1"/>
          </p:cNvPicPr>
          <p:nvPr/>
        </p:nvPicPr>
        <p:blipFill>
          <a:blip r:embed="rId3"/>
          <a:stretch>
            <a:fillRect/>
          </a:stretch>
        </p:blipFill>
        <p:spPr>
          <a:xfrm>
            <a:off x="228600" y="1737130"/>
            <a:ext cx="4023412" cy="2739620"/>
          </a:xfrm>
          <a:prstGeom prst="rect">
            <a:avLst/>
          </a:prstGeom>
        </p:spPr>
      </p:pic>
      <p:sp>
        <p:nvSpPr>
          <p:cNvPr id="6" name="Hexagon 5">
            <a:extLst>
              <a:ext uri="{FF2B5EF4-FFF2-40B4-BE49-F238E27FC236}">
                <a16:creationId xmlns:a16="http://schemas.microsoft.com/office/drawing/2014/main" id="{3664B5BF-3BE7-6886-28FD-06445ECFF3EE}"/>
              </a:ext>
            </a:extLst>
          </p:cNvPr>
          <p:cNvSpPr/>
          <p:nvPr/>
        </p:nvSpPr>
        <p:spPr>
          <a:xfrm>
            <a:off x="609600" y="3409950"/>
            <a:ext cx="762000" cy="909206"/>
          </a:xfrm>
          <a:prstGeom prst="hex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28B5B80F-72F1-45FE-4DB8-80030DA67799}"/>
              </a:ext>
            </a:extLst>
          </p:cNvPr>
          <p:cNvPicPr>
            <a:picLocks noChangeAspect="1"/>
          </p:cNvPicPr>
          <p:nvPr/>
        </p:nvPicPr>
        <p:blipFill>
          <a:blip r:embed="rId4"/>
          <a:stretch>
            <a:fillRect/>
          </a:stretch>
        </p:blipFill>
        <p:spPr>
          <a:xfrm>
            <a:off x="4442012" y="1706000"/>
            <a:ext cx="4392414" cy="2770749"/>
          </a:xfrm>
          <a:prstGeom prst="rect">
            <a:avLst/>
          </a:prstGeom>
        </p:spPr>
      </p:pic>
      <p:sp>
        <p:nvSpPr>
          <p:cNvPr id="9" name="Hexagon 8">
            <a:extLst>
              <a:ext uri="{FF2B5EF4-FFF2-40B4-BE49-F238E27FC236}">
                <a16:creationId xmlns:a16="http://schemas.microsoft.com/office/drawing/2014/main" id="{70A67FFC-0DBD-034C-3FF1-6C60EE750B7C}"/>
              </a:ext>
            </a:extLst>
          </p:cNvPr>
          <p:cNvSpPr/>
          <p:nvPr/>
        </p:nvSpPr>
        <p:spPr>
          <a:xfrm>
            <a:off x="5440706" y="1885950"/>
            <a:ext cx="762000" cy="909206"/>
          </a:xfrm>
          <a:prstGeom prst="hex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42713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sz="2800" dirty="0">
                <a:latin typeface="Verdana" pitchFamily="34" charset="0"/>
                <a:ea typeface="Verdana" pitchFamily="34" charset="0"/>
              </a:rPr>
              <a:t>Social Impact</a:t>
            </a:r>
            <a:endParaRPr sz="2800" dirty="0">
              <a:latin typeface="Verdana" pitchFamily="34" charset="0"/>
              <a:ea typeface="Verdana" pitchFamily="34" charset="0"/>
            </a:endParaRPr>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13</a:t>
            </a:fld>
            <a:endParaRPr/>
          </a:p>
        </p:txBody>
      </p:sp>
      <p:sp>
        <p:nvSpPr>
          <p:cNvPr id="2" name="Rectangle 1">
            <a:extLst>
              <a:ext uri="{FF2B5EF4-FFF2-40B4-BE49-F238E27FC236}">
                <a16:creationId xmlns:a16="http://schemas.microsoft.com/office/drawing/2014/main" id="{CFAB09ED-23CE-807A-1660-6665F323EAC8}"/>
              </a:ext>
            </a:extLst>
          </p:cNvPr>
          <p:cNvSpPr>
            <a:spLocks noChangeArrowheads="1"/>
          </p:cNvSpPr>
          <p:nvPr/>
        </p:nvSpPr>
        <p:spPr bwMode="auto">
          <a:xfrm>
            <a:off x="152400" y="1194712"/>
            <a:ext cx="7843814" cy="336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Promotes touchless technology, improving hygiene and reducing physical </a:t>
            </a:r>
          </a:p>
          <a:p>
            <a:pPr marL="0" marR="0" lvl="0" indent="0" algn="l" defTabSz="914400" rtl="0" eaLnBrk="0" fontAlgn="base" latinLnBrk="0" hangingPunct="0">
              <a:lnSpc>
                <a:spcPct val="150000"/>
              </a:lnSpc>
              <a:spcBef>
                <a:spcPct val="0"/>
              </a:spcBef>
              <a:spcAft>
                <a:spcPct val="0"/>
              </a:spcAft>
              <a:buClrTx/>
              <a:buSzTx/>
              <a:tabLst/>
            </a:pPr>
            <a:r>
              <a:rPr lang="en-US" altLang="en-US" sz="1800" dirty="0">
                <a:solidFill>
                  <a:schemeClr val="tx1"/>
                </a:solidFill>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contact with shared devices.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Helps differently-abled people to control presentations easily using hand gestures.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Improves teaching and learning experience in classrooms through </a:t>
            </a:r>
          </a:p>
          <a:p>
            <a:pPr marL="0" marR="0" lvl="0" indent="0" algn="l" defTabSz="914400" rtl="0" eaLnBrk="0" fontAlgn="base" latinLnBrk="0" hangingPunct="0">
              <a:lnSpc>
                <a:spcPct val="150000"/>
              </a:lnSpc>
              <a:spcBef>
                <a:spcPct val="0"/>
              </a:spcBef>
              <a:spcAft>
                <a:spcPct val="0"/>
              </a:spcAft>
              <a:buClrTx/>
              <a:buSzTx/>
              <a:tabLst/>
            </a:pPr>
            <a:r>
              <a:rPr lang="en-US" altLang="en-US" sz="1800" dirty="0">
                <a:solidFill>
                  <a:schemeClr val="tx1"/>
                </a:solidFill>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interactive presentations.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Encourages use of AI and smart technologies in daily applications.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Reduces dependency on physical devices like remotes and clickers, </a:t>
            </a:r>
          </a:p>
          <a:p>
            <a:pPr marL="0" marR="0" lvl="0" indent="0" algn="l" defTabSz="914400" rtl="0" eaLnBrk="0" fontAlgn="base" latinLnBrk="0" hangingPunct="0">
              <a:lnSpc>
                <a:spcPct val="150000"/>
              </a:lnSpc>
              <a:spcBef>
                <a:spcPct val="0"/>
              </a:spcBef>
              <a:spcAft>
                <a:spcPct val="0"/>
              </a:spcAft>
              <a:buClrTx/>
              <a:buSzTx/>
              <a:tabLst/>
            </a:pPr>
            <a:r>
              <a:rPr lang="en-US" altLang="en-US" sz="1800" dirty="0">
                <a:solidFill>
                  <a:schemeClr val="tx1"/>
                </a:solidFill>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saving cost and resources.</a:t>
            </a:r>
          </a:p>
        </p:txBody>
      </p:sp>
    </p:spTree>
    <p:extLst>
      <p:ext uri="{BB962C8B-B14F-4D97-AF65-F5344CB8AC3E}">
        <p14:creationId xmlns:p14="http://schemas.microsoft.com/office/powerpoint/2010/main" val="3442713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sz="2800" dirty="0">
                <a:latin typeface="Verdana" pitchFamily="34" charset="0"/>
                <a:ea typeface="Verdana" pitchFamily="34" charset="0"/>
              </a:rPr>
              <a:t>References</a:t>
            </a:r>
            <a:endParaRPr sz="2800" dirty="0">
              <a:latin typeface="Verdana" pitchFamily="34" charset="0"/>
              <a:ea typeface="Verdana" pitchFamily="34" charset="0"/>
            </a:endParaRPr>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14</a:t>
            </a:fld>
            <a:endParaRPr/>
          </a:p>
        </p:txBody>
      </p:sp>
      <p:sp>
        <p:nvSpPr>
          <p:cNvPr id="25" name="Content Placeholder 2"/>
          <p:cNvSpPr txBox="1">
            <a:spLocks/>
          </p:cNvSpPr>
          <p:nvPr/>
        </p:nvSpPr>
        <p:spPr>
          <a:xfrm>
            <a:off x="261141" y="971550"/>
            <a:ext cx="8621717" cy="351212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55600" algn="l" rtl="0">
              <a:lnSpc>
                <a:spcPct val="100000"/>
              </a:lnSpc>
              <a:spcBef>
                <a:spcPts val="6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1pPr>
            <a:lvl2pPr marL="914400" marR="0" lvl="1"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2pPr>
            <a:lvl3pPr marL="1371600" marR="0" lvl="2"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3pPr>
            <a:lvl4pPr marL="1828800" marR="0" lvl="3"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4pPr>
            <a:lvl5pPr marL="2286000" marR="0" lvl="4"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5pPr>
            <a:lvl6pPr marL="2743200" marR="0" lvl="5"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6pPr>
            <a:lvl7pPr marL="3200400" marR="0" lvl="6"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7pPr>
            <a:lvl8pPr marL="3657600" marR="0" lvl="7"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8pPr>
            <a:lvl9pPr marL="4114800" marR="0" lvl="8" indent="-355600" algn="l" rtl="0">
              <a:lnSpc>
                <a:spcPct val="100000"/>
              </a:lnSpc>
              <a:spcBef>
                <a:spcPts val="1000"/>
              </a:spcBef>
              <a:spcAft>
                <a:spcPts val="100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9pPr>
          </a:lstStyle>
          <a:p>
            <a:pPr>
              <a:buFont typeface="Arial" panose="020B0604020202020204" pitchFamily="34" charset="0"/>
              <a:buChar char="•"/>
            </a:pPr>
            <a:endParaRPr lang="en-US" dirty="0"/>
          </a:p>
          <a:p>
            <a:pPr>
              <a:buFont typeface="Arial" panose="020B0604020202020204" pitchFamily="34" charset="0"/>
              <a:buChar char="•"/>
            </a:pPr>
            <a:r>
              <a:rPr lang="en-US" dirty="0">
                <a:hlinkClick r:id="rId3"/>
              </a:rPr>
              <a:t>https://ijirt.org/Article?manuscript=174316</a:t>
            </a:r>
            <a:endParaRPr lang="en-US" dirty="0"/>
          </a:p>
          <a:p>
            <a:pPr>
              <a:buFont typeface="Arial" panose="020B0604020202020204" pitchFamily="34" charset="0"/>
              <a:buChar char="•"/>
            </a:pPr>
            <a:r>
              <a:rPr lang="en-US" dirty="0">
                <a:hlinkClick r:id="rId4"/>
              </a:rPr>
              <a:t>https://www.ijert.org/hand-gesture-recognition-based-presentation-system</a:t>
            </a:r>
            <a:endParaRPr lang="en-US" dirty="0"/>
          </a:p>
          <a:p>
            <a:pPr>
              <a:buFont typeface="Arial" panose="020B0604020202020204" pitchFamily="34" charset="0"/>
              <a:buChar char="•"/>
            </a:pPr>
            <a:r>
              <a:rPr lang="en-US" dirty="0">
                <a:hlinkClick r:id="rId5"/>
              </a:rPr>
              <a:t>https://www.irjmets.com/upload_newfiles/irjmets70600069749/paper_file/irjmets70600069749.pdf</a:t>
            </a:r>
            <a:endParaRPr lang="en-US" dirty="0"/>
          </a:p>
          <a:p>
            <a:pPr>
              <a:buFont typeface="Arial" panose="020B0604020202020204" pitchFamily="34" charset="0"/>
              <a:buChar char="•"/>
            </a:pPr>
            <a:r>
              <a:rPr lang="en-US" dirty="0">
                <a:hlinkClick r:id="rId6"/>
              </a:rPr>
              <a:t>https://journal.admi.or.id/index.php/IJST/article/download/2244/2169/7070</a:t>
            </a:r>
            <a:endParaRPr lang="en-US" dirty="0"/>
          </a:p>
          <a:p>
            <a:pPr>
              <a:buFont typeface="Arial" panose="020B0604020202020204" pitchFamily="34" charset="0"/>
              <a:buChar char="•"/>
            </a:pPr>
            <a:r>
              <a:rPr lang="en-US" dirty="0">
                <a:hlinkClick r:id="rId7"/>
              </a:rPr>
              <a:t>https://www.semanticscholar.org/paper/Hand-Gesture-Controlled-Presentation-using-OpenCV-Sruthi-Swetha/a1371d6558e2b4d2fe08cfd363f94d62f9aa4793</a:t>
            </a:r>
            <a:endParaRPr lang="en-US" dirty="0"/>
          </a:p>
          <a:p>
            <a:pPr>
              <a:buFont typeface="Arial" panose="020B0604020202020204" pitchFamily="34" charset="0"/>
              <a:buChar char="•"/>
            </a:pPr>
            <a:r>
              <a:rPr lang="en-US" dirty="0">
                <a:hlinkClick r:id="rId8"/>
              </a:rPr>
              <a:t>https://rjpn.org/ijcspub/papers/IJCSP25A1142.pdf</a:t>
            </a:r>
            <a:endParaRPr lang="en-US" dirty="0"/>
          </a:p>
        </p:txBody>
      </p:sp>
    </p:spTree>
    <p:extLst>
      <p:ext uri="{BB962C8B-B14F-4D97-AF65-F5344CB8AC3E}">
        <p14:creationId xmlns:p14="http://schemas.microsoft.com/office/powerpoint/2010/main" val="40228577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sz="2800" dirty="0">
                <a:latin typeface="Verdana" pitchFamily="34" charset="0"/>
                <a:ea typeface="Verdana" pitchFamily="34" charset="0"/>
              </a:rPr>
              <a:t>Journal/Conference Details</a:t>
            </a:r>
            <a:endParaRPr sz="2800" dirty="0">
              <a:latin typeface="Verdana" pitchFamily="34" charset="0"/>
              <a:ea typeface="Verdana" pitchFamily="34" charset="0"/>
            </a:endParaRPr>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15</a:t>
            </a:fld>
            <a:endParaRPr/>
          </a:p>
        </p:txBody>
      </p:sp>
      <p:sp>
        <p:nvSpPr>
          <p:cNvPr id="25" name="Content Placeholder 2"/>
          <p:cNvSpPr txBox="1">
            <a:spLocks/>
          </p:cNvSpPr>
          <p:nvPr/>
        </p:nvSpPr>
        <p:spPr>
          <a:xfrm>
            <a:off x="152400" y="1439972"/>
            <a:ext cx="8621717" cy="351212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55600" algn="l" rtl="0">
              <a:lnSpc>
                <a:spcPct val="100000"/>
              </a:lnSpc>
              <a:spcBef>
                <a:spcPts val="6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1pPr>
            <a:lvl2pPr marL="914400" marR="0" lvl="1"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2pPr>
            <a:lvl3pPr marL="1371600" marR="0" lvl="2"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3pPr>
            <a:lvl4pPr marL="1828800" marR="0" lvl="3"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4pPr>
            <a:lvl5pPr marL="2286000" marR="0" lvl="4"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5pPr>
            <a:lvl6pPr marL="2743200" marR="0" lvl="5"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6pPr>
            <a:lvl7pPr marL="3200400" marR="0" lvl="6"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7pPr>
            <a:lvl8pPr marL="3657600" marR="0" lvl="7"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8pPr>
            <a:lvl9pPr marL="4114800" marR="0" lvl="8" indent="-355600" algn="l" rtl="0">
              <a:lnSpc>
                <a:spcPct val="100000"/>
              </a:lnSpc>
              <a:spcBef>
                <a:spcPts val="1000"/>
              </a:spcBef>
              <a:spcAft>
                <a:spcPts val="100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9pPr>
          </a:lstStyle>
          <a:p>
            <a:pPr marL="101600" indent="0">
              <a:buNone/>
            </a:pPr>
            <a:endParaRPr lang="en-US" sz="1600" dirty="0">
              <a:solidFill>
                <a:schemeClr val="tx1">
                  <a:lumMod val="50000"/>
                </a:schemeClr>
              </a:solidFill>
              <a:latin typeface="Times New Roman" panose="02020603050405020304" pitchFamily="18" charset="0"/>
              <a:ea typeface="Verdana"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1B23B71D-600B-F9C9-6E21-7634866A0247}"/>
              </a:ext>
            </a:extLst>
          </p:cNvPr>
          <p:cNvPicPr>
            <a:picLocks noChangeAspect="1"/>
          </p:cNvPicPr>
          <p:nvPr/>
        </p:nvPicPr>
        <p:blipFill>
          <a:blip r:embed="rId3"/>
          <a:srcRect b="48518"/>
          <a:stretch>
            <a:fillRect/>
          </a:stretch>
        </p:blipFill>
        <p:spPr>
          <a:xfrm>
            <a:off x="609600" y="1439972"/>
            <a:ext cx="5898277" cy="3431896"/>
          </a:xfrm>
          <a:prstGeom prst="rect">
            <a:avLst/>
          </a:prstGeom>
        </p:spPr>
      </p:pic>
    </p:spTree>
    <p:extLst>
      <p:ext uri="{BB962C8B-B14F-4D97-AF65-F5344CB8AC3E}">
        <p14:creationId xmlns:p14="http://schemas.microsoft.com/office/powerpoint/2010/main" val="37842630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FFD966"/>
            </a:gs>
            <a:gs pos="100000">
              <a:srgbClr val="FF9900"/>
            </a:gs>
          </a:gsLst>
          <a:path path="circle">
            <a:fillToRect l="50000" t="50000" r="50000" b="50000"/>
          </a:path>
          <a:tileRect/>
        </a:gradFill>
        <a:effectLst/>
      </p:bgPr>
    </p:bg>
    <p:spTree>
      <p:nvGrpSpPr>
        <p:cNvPr id="1" name="Shape 1446"/>
        <p:cNvGrpSpPr/>
        <p:nvPr/>
      </p:nvGrpSpPr>
      <p:grpSpPr>
        <a:xfrm>
          <a:off x="0" y="0"/>
          <a:ext cx="0" cy="0"/>
          <a:chOff x="0" y="0"/>
          <a:chExt cx="0" cy="0"/>
        </a:xfrm>
      </p:grpSpPr>
      <p:sp>
        <p:nvSpPr>
          <p:cNvPr id="1448" name="Google Shape;1448;p40"/>
          <p:cNvSpPr txBox="1"/>
          <p:nvPr/>
        </p:nvSpPr>
        <p:spPr>
          <a:xfrm>
            <a:off x="1106100" y="2209500"/>
            <a:ext cx="6931800" cy="267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4400" b="1" dirty="0">
                <a:solidFill>
                  <a:srgbClr val="434343"/>
                </a:solidFill>
                <a:latin typeface="Montserrat"/>
                <a:ea typeface="Montserrat"/>
                <a:cs typeface="Montserrat"/>
                <a:sym typeface="Montserrat"/>
              </a:rPr>
              <a:t>Thank You</a:t>
            </a:r>
            <a:endParaRPr sz="4400" b="1" dirty="0">
              <a:solidFill>
                <a:srgbClr val="434343"/>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name="Salerio template">
  <a:themeElements>
    <a:clrScheme name="Custom 347">
      <a:dk1>
        <a:srgbClr val="263248"/>
      </a:dk1>
      <a:lt1>
        <a:srgbClr val="FFFFFF"/>
      </a:lt1>
      <a:dk2>
        <a:srgbClr val="434343"/>
      </a:dk2>
      <a:lt2>
        <a:srgbClr val="E0E4E9"/>
      </a:lt2>
      <a:accent1>
        <a:srgbClr val="3F5378"/>
      </a:accent1>
      <a:accent2>
        <a:srgbClr val="263248"/>
      </a:accent2>
      <a:accent3>
        <a:srgbClr val="92A8C8"/>
      </a:accent3>
      <a:accent4>
        <a:srgbClr val="C7D3E6"/>
      </a:accent4>
      <a:accent5>
        <a:srgbClr val="FF9800"/>
      </a:accent5>
      <a:accent6>
        <a:srgbClr val="D26F00"/>
      </a:accent6>
      <a:hlink>
        <a:srgbClr val="3F5378"/>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278</TotalTime>
  <Words>769</Words>
  <Application>Microsoft Office PowerPoint</Application>
  <PresentationFormat>On-screen Show (16:9)</PresentationFormat>
  <Paragraphs>106</Paragraphs>
  <Slides>16</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Arvo</vt:lpstr>
      <vt:lpstr>Times New Roman</vt:lpstr>
      <vt:lpstr>Verdana</vt:lpstr>
      <vt:lpstr>Roboto Condensed Light</vt:lpstr>
      <vt:lpstr>Montserrat</vt:lpstr>
      <vt:lpstr>Arial</vt:lpstr>
      <vt:lpstr>Roboto Condensed</vt:lpstr>
      <vt:lpstr>Salerio template</vt:lpstr>
      <vt:lpstr>Enhancing Human-Computer Interaction with Hand Mapping. (Google AI Edge)</vt:lpstr>
      <vt:lpstr>CONTENTS </vt:lpstr>
      <vt:lpstr>Problem Statement</vt:lpstr>
      <vt:lpstr>Base Paper</vt:lpstr>
      <vt:lpstr>Introduction</vt:lpstr>
      <vt:lpstr>Technology and Algorithm</vt:lpstr>
      <vt:lpstr>Objective</vt:lpstr>
      <vt:lpstr>Literature Survey</vt:lpstr>
      <vt:lpstr>Requirement Specification</vt:lpstr>
      <vt:lpstr>System Design</vt:lpstr>
      <vt:lpstr>Module Implementation</vt:lpstr>
      <vt:lpstr>Screenshots/Results</vt:lpstr>
      <vt:lpstr>Social Impact</vt:lpstr>
      <vt:lpstr>References</vt:lpstr>
      <vt:lpstr>Journal/Conference Details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janani.s</dc:creator>
  <cp:lastModifiedBy>vmofficial06@outlook.com</cp:lastModifiedBy>
  <cp:revision>21</cp:revision>
  <dcterms:modified xsi:type="dcterms:W3CDTF">2026-04-09T02:09:49Z</dcterms:modified>
</cp:coreProperties>
</file>